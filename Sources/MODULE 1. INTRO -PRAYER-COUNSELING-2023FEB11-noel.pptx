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8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Lst>
  <p:sldSz cx="9144000" cy="6858000" type="screen4x3"/>
  <p:notesSz cx="9275763" cy="6989763"/>
  <p:embeddedFontLst>
    <p:embeddedFont>
      <p:font typeface="Tahoma" panose="020B0604030504040204" pitchFamily="34" charset="0"/>
      <p:regular r:id="rId83"/>
      <p:bold r:id="rId8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202">
          <p15:clr>
            <a:srgbClr val="000000"/>
          </p15:clr>
        </p15:guide>
        <p15:guide id="2" pos="2922">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2434260-9CF5-4606-A446-553FF8C46EF2}">
  <a:tblStyle styleId="{72434260-9CF5-4606-A446-553FF8C46EF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1180" y="52"/>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202"/>
        <p:guide pos="2922"/>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2.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1.fntdata"/><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4019550" cy="349250"/>
          </a:xfrm>
          <a:prstGeom prst="rect">
            <a:avLst/>
          </a:prstGeom>
          <a:noFill/>
          <a:ln>
            <a:noFill/>
          </a:ln>
        </p:spPr>
        <p:txBody>
          <a:bodyPr spcFirstLastPara="1" wrap="square" lIns="92925" tIns="46450" rIns="92925" bIns="4645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256212" y="0"/>
            <a:ext cx="4019550" cy="349250"/>
          </a:xfrm>
          <a:prstGeom prst="rect">
            <a:avLst/>
          </a:prstGeom>
          <a:noFill/>
          <a:ln>
            <a:noFill/>
          </a:ln>
        </p:spPr>
        <p:txBody>
          <a:bodyPr spcFirstLastPara="1" wrap="square" lIns="92925" tIns="46450" rIns="92925" bIns="4645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6640512"/>
            <a:ext cx="4019550" cy="349250"/>
          </a:xfrm>
          <a:prstGeom prst="rect">
            <a:avLst/>
          </a:prstGeom>
          <a:noFill/>
          <a:ln>
            <a:noFill/>
          </a:ln>
        </p:spPr>
        <p:txBody>
          <a:bodyPr spcFirstLastPara="1" wrap="square" lIns="92925" tIns="46450" rIns="92925" bIns="4645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strike="noStrike" cap="none">
                <a:solidFill>
                  <a:srgbClr val="000000"/>
                </a:solidFill>
                <a:latin typeface="Tahoma"/>
                <a:ea typeface="Tahoma"/>
                <a:cs typeface="Tahoma"/>
                <a:sym typeface="Tahoma"/>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1: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strike="noStrike" cap="none">
                <a:solidFill>
                  <a:srgbClr val="000000"/>
                </a:solidFill>
                <a:latin typeface="Tahoma"/>
                <a:ea typeface="Tahoma"/>
                <a:cs typeface="Tahoma"/>
                <a:sym typeface="Tahoma"/>
              </a:rPr>
              <a:t>1</a:t>
            </a:fld>
            <a:endParaRPr/>
          </a:p>
        </p:txBody>
      </p:sp>
      <p:sp>
        <p:nvSpPr>
          <p:cNvPr id="112" name="Google Shape;112;p1:notes"/>
          <p:cNvSpPr>
            <a:spLocks noGrp="1" noRot="1" noChangeAspect="1"/>
          </p:cNvSpPr>
          <p:nvPr>
            <p:ph type="sldImg" idx="2"/>
          </p:nvPr>
        </p:nvSpPr>
        <p:spPr>
          <a:xfrm>
            <a:off x="2890838" y="523875"/>
            <a:ext cx="3494087" cy="26209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3" name="Google Shape;113;p1: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2: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strike="noStrike" cap="none">
                <a:solidFill>
                  <a:srgbClr val="000000"/>
                </a:solidFill>
                <a:latin typeface="Tahoma"/>
                <a:ea typeface="Tahoma"/>
                <a:cs typeface="Tahoma"/>
                <a:sym typeface="Tahoma"/>
              </a:rPr>
              <a:t>2</a:t>
            </a:fld>
            <a:endParaRPr/>
          </a:p>
        </p:txBody>
      </p:sp>
      <p:sp>
        <p:nvSpPr>
          <p:cNvPr id="120" name="Google Shape;120;p2: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1" name="Google Shape;121;p2: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3: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strike="noStrike" cap="none">
                <a:solidFill>
                  <a:srgbClr val="000000"/>
                </a:solidFill>
                <a:latin typeface="Tahoma"/>
                <a:ea typeface="Tahoma"/>
                <a:cs typeface="Tahoma"/>
                <a:sym typeface="Tahoma"/>
              </a:rPr>
              <a:t>3</a:t>
            </a:fld>
            <a:endParaRPr/>
          </a:p>
        </p:txBody>
      </p:sp>
      <p:sp>
        <p:nvSpPr>
          <p:cNvPr id="128" name="Google Shape;128;p3: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9" name="Google Shape;129;p3: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4: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strike="noStrike" cap="none">
                <a:solidFill>
                  <a:srgbClr val="000000"/>
                </a:solidFill>
                <a:latin typeface="Tahoma"/>
                <a:ea typeface="Tahoma"/>
                <a:cs typeface="Tahoma"/>
                <a:sym typeface="Tahoma"/>
              </a:rPr>
              <a:t>4</a:t>
            </a:fld>
            <a:endParaRPr/>
          </a:p>
        </p:txBody>
      </p:sp>
      <p:sp>
        <p:nvSpPr>
          <p:cNvPr id="136" name="Google Shape;136;p4: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7" name="Google Shape;137;p4: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5: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strike="noStrike" cap="none">
                <a:solidFill>
                  <a:srgbClr val="000000"/>
                </a:solidFill>
                <a:latin typeface="Tahoma"/>
                <a:ea typeface="Tahoma"/>
                <a:cs typeface="Tahoma"/>
                <a:sym typeface="Tahoma"/>
              </a:rPr>
              <a:t>5</a:t>
            </a:fld>
            <a:endParaRPr/>
          </a:p>
        </p:txBody>
      </p:sp>
      <p:sp>
        <p:nvSpPr>
          <p:cNvPr id="144" name="Google Shape;144;p5: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5" name="Google Shape;145;p5: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6: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strike="noStrike" cap="none">
                <a:solidFill>
                  <a:srgbClr val="000000"/>
                </a:solidFill>
                <a:latin typeface="Tahoma"/>
                <a:ea typeface="Tahoma"/>
                <a:cs typeface="Tahoma"/>
                <a:sym typeface="Tahoma"/>
              </a:rPr>
              <a:t>6</a:t>
            </a:fld>
            <a:endParaRPr/>
          </a:p>
        </p:txBody>
      </p:sp>
      <p:sp>
        <p:nvSpPr>
          <p:cNvPr id="152" name="Google Shape;152;p6: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3" name="Google Shape;153;p6: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7:notes"/>
          <p:cNvSpPr txBox="1">
            <a:spLocks noGrp="1"/>
          </p:cNvSpPr>
          <p:nvPr>
            <p:ph type="body" idx="1"/>
          </p:nvPr>
        </p:nvSpPr>
        <p:spPr>
          <a:xfrm>
            <a:off x="1236662" y="3319462"/>
            <a:ext cx="6802437" cy="3146425"/>
          </a:xfrm>
          <a:prstGeom prst="rect">
            <a:avLst/>
          </a:prstGeom>
        </p:spPr>
        <p:txBody>
          <a:bodyPr spcFirstLastPara="1" wrap="square" lIns="92925" tIns="46450" rIns="92925" bIns="46450" anchor="t" anchorCtr="0">
            <a:noAutofit/>
          </a:bodyPr>
          <a:lstStyle/>
          <a:p>
            <a:pPr marL="0" lvl="0" indent="0" algn="l" rtl="0">
              <a:spcBef>
                <a:spcPts val="0"/>
              </a:spcBef>
              <a:spcAft>
                <a:spcPts val="0"/>
              </a:spcAft>
              <a:buNone/>
            </a:pPr>
            <a:endParaRPr/>
          </a:p>
        </p:txBody>
      </p:sp>
      <p:sp>
        <p:nvSpPr>
          <p:cNvPr id="160" name="Google Shape;160;p7: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8: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strike="noStrike" cap="none">
                <a:solidFill>
                  <a:srgbClr val="000000"/>
                </a:solidFill>
                <a:latin typeface="Tahoma"/>
                <a:ea typeface="Tahoma"/>
                <a:cs typeface="Tahoma"/>
                <a:sym typeface="Tahoma"/>
              </a:rPr>
              <a:t>8</a:t>
            </a:fld>
            <a:endParaRPr/>
          </a:p>
        </p:txBody>
      </p:sp>
      <p:sp>
        <p:nvSpPr>
          <p:cNvPr id="166" name="Google Shape;166;p8: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7" name="Google Shape;167;p8: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9: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strike="noStrike" cap="none">
                <a:solidFill>
                  <a:srgbClr val="000000"/>
                </a:solidFill>
                <a:latin typeface="Tahoma"/>
                <a:ea typeface="Tahoma"/>
                <a:cs typeface="Tahoma"/>
                <a:sym typeface="Tahoma"/>
              </a:rPr>
              <a:t>9</a:t>
            </a:fld>
            <a:endParaRPr/>
          </a:p>
        </p:txBody>
      </p:sp>
      <p:sp>
        <p:nvSpPr>
          <p:cNvPr id="174" name="Google Shape;174;p9: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5" name="Google Shape;175;p9: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0: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strike="noStrike" cap="none">
                <a:solidFill>
                  <a:srgbClr val="000000"/>
                </a:solidFill>
                <a:latin typeface="Tahoma"/>
                <a:ea typeface="Tahoma"/>
                <a:cs typeface="Tahoma"/>
                <a:sym typeface="Tahoma"/>
              </a:rPr>
              <a:t>10</a:t>
            </a:fld>
            <a:endParaRPr/>
          </a:p>
        </p:txBody>
      </p:sp>
      <p:sp>
        <p:nvSpPr>
          <p:cNvPr id="182" name="Google Shape;182;p10: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3" name="Google Shape;183;p10: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1: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strike="noStrike" cap="none">
                <a:solidFill>
                  <a:srgbClr val="000000"/>
                </a:solidFill>
                <a:latin typeface="Tahoma"/>
                <a:ea typeface="Tahoma"/>
                <a:cs typeface="Tahoma"/>
                <a:sym typeface="Tahoma"/>
              </a:rPr>
              <a:t>11</a:t>
            </a:fld>
            <a:endParaRPr/>
          </a:p>
        </p:txBody>
      </p:sp>
      <p:sp>
        <p:nvSpPr>
          <p:cNvPr id="190" name="Google Shape;190;p11: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1" name="Google Shape;191;p11: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2: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strike="noStrike" cap="none">
                <a:solidFill>
                  <a:srgbClr val="000000"/>
                </a:solidFill>
                <a:latin typeface="Tahoma"/>
                <a:ea typeface="Tahoma"/>
                <a:cs typeface="Tahoma"/>
                <a:sym typeface="Tahoma"/>
              </a:rPr>
              <a:t>12</a:t>
            </a:fld>
            <a:endParaRPr/>
          </a:p>
        </p:txBody>
      </p:sp>
      <p:sp>
        <p:nvSpPr>
          <p:cNvPr id="198" name="Google Shape;198;p12: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9" name="Google Shape;199;p12: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3: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strike="noStrike" cap="none">
                <a:solidFill>
                  <a:srgbClr val="000000"/>
                </a:solidFill>
                <a:latin typeface="Tahoma"/>
                <a:ea typeface="Tahoma"/>
                <a:cs typeface="Tahoma"/>
                <a:sym typeface="Tahoma"/>
              </a:rPr>
              <a:t>13</a:t>
            </a:fld>
            <a:endParaRPr/>
          </a:p>
        </p:txBody>
      </p:sp>
      <p:sp>
        <p:nvSpPr>
          <p:cNvPr id="206" name="Google Shape;206;p13: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7" name="Google Shape;207;p13: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4: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strike="noStrike" cap="none">
                <a:solidFill>
                  <a:srgbClr val="000000"/>
                </a:solidFill>
                <a:latin typeface="Tahoma"/>
                <a:ea typeface="Tahoma"/>
                <a:cs typeface="Tahoma"/>
                <a:sym typeface="Tahoma"/>
              </a:rPr>
              <a:t>14</a:t>
            </a:fld>
            <a:endParaRPr/>
          </a:p>
        </p:txBody>
      </p:sp>
      <p:sp>
        <p:nvSpPr>
          <p:cNvPr id="214" name="Google Shape;214;p14: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5" name="Google Shape;215;p14: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5: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strike="noStrike" cap="none">
                <a:solidFill>
                  <a:srgbClr val="000000"/>
                </a:solidFill>
                <a:latin typeface="Tahoma"/>
                <a:ea typeface="Tahoma"/>
                <a:cs typeface="Tahoma"/>
                <a:sym typeface="Tahoma"/>
              </a:rPr>
              <a:t>15</a:t>
            </a:fld>
            <a:endParaRPr/>
          </a:p>
        </p:txBody>
      </p:sp>
      <p:sp>
        <p:nvSpPr>
          <p:cNvPr id="222" name="Google Shape;222;p15: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3" name="Google Shape;223;p15: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6:notes"/>
          <p:cNvSpPr txBox="1">
            <a:spLocks noGrp="1"/>
          </p:cNvSpPr>
          <p:nvPr>
            <p:ph type="body" idx="1"/>
          </p:nvPr>
        </p:nvSpPr>
        <p:spPr>
          <a:xfrm>
            <a:off x="1236662" y="3319462"/>
            <a:ext cx="6802437" cy="3146425"/>
          </a:xfrm>
          <a:prstGeom prst="rect">
            <a:avLst/>
          </a:prstGeom>
        </p:spPr>
        <p:txBody>
          <a:bodyPr spcFirstLastPara="1" wrap="square" lIns="92925" tIns="46450" rIns="92925" bIns="46450" anchor="t" anchorCtr="0">
            <a:noAutofit/>
          </a:bodyPr>
          <a:lstStyle/>
          <a:p>
            <a:pPr marL="0" lvl="0" indent="0" algn="l" rtl="0">
              <a:spcBef>
                <a:spcPts val="0"/>
              </a:spcBef>
              <a:spcAft>
                <a:spcPts val="0"/>
              </a:spcAft>
              <a:buNone/>
            </a:pPr>
            <a:endParaRPr/>
          </a:p>
        </p:txBody>
      </p:sp>
      <p:sp>
        <p:nvSpPr>
          <p:cNvPr id="230" name="Google Shape;230;p16: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7: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strike="noStrike" cap="none">
                <a:solidFill>
                  <a:srgbClr val="000000"/>
                </a:solidFill>
                <a:latin typeface="Tahoma"/>
                <a:ea typeface="Tahoma"/>
                <a:cs typeface="Tahoma"/>
                <a:sym typeface="Tahoma"/>
              </a:rPr>
              <a:t>17</a:t>
            </a:fld>
            <a:endParaRPr/>
          </a:p>
        </p:txBody>
      </p:sp>
      <p:sp>
        <p:nvSpPr>
          <p:cNvPr id="236" name="Google Shape;236;p17:notes"/>
          <p:cNvSpPr>
            <a:spLocks noGrp="1" noRot="1" noChangeAspect="1"/>
          </p:cNvSpPr>
          <p:nvPr>
            <p:ph type="sldImg" idx="2"/>
          </p:nvPr>
        </p:nvSpPr>
        <p:spPr>
          <a:xfrm>
            <a:off x="2890838" y="523875"/>
            <a:ext cx="3494087" cy="26209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7" name="Google Shape;237;p17: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8: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strike="noStrike" cap="none">
                <a:solidFill>
                  <a:srgbClr val="000000"/>
                </a:solidFill>
                <a:latin typeface="Tahoma"/>
                <a:ea typeface="Tahoma"/>
                <a:cs typeface="Tahoma"/>
                <a:sym typeface="Tahoma"/>
              </a:rPr>
              <a:t>18</a:t>
            </a:fld>
            <a:endParaRPr/>
          </a:p>
        </p:txBody>
      </p:sp>
      <p:sp>
        <p:nvSpPr>
          <p:cNvPr id="244" name="Google Shape;244;p18: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5" name="Google Shape;245;p18: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9: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strike="noStrike" cap="none">
                <a:solidFill>
                  <a:srgbClr val="000000"/>
                </a:solidFill>
                <a:latin typeface="Tahoma"/>
                <a:ea typeface="Tahoma"/>
                <a:cs typeface="Tahoma"/>
                <a:sym typeface="Tahoma"/>
              </a:rPr>
              <a:t>19</a:t>
            </a:fld>
            <a:endParaRPr/>
          </a:p>
        </p:txBody>
      </p:sp>
      <p:sp>
        <p:nvSpPr>
          <p:cNvPr id="252" name="Google Shape;252;p19: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3" name="Google Shape;253;p19: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0: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20</a:t>
            </a:fld>
            <a:endParaRPr/>
          </a:p>
        </p:txBody>
      </p:sp>
      <p:sp>
        <p:nvSpPr>
          <p:cNvPr id="261" name="Google Shape;261;p20: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2" name="Google Shape;262;p20: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1: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21</a:t>
            </a:fld>
            <a:endParaRPr/>
          </a:p>
        </p:txBody>
      </p:sp>
      <p:sp>
        <p:nvSpPr>
          <p:cNvPr id="271" name="Google Shape;271;p21: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2" name="Google Shape;272;p21: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22: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22</a:t>
            </a:fld>
            <a:endParaRPr/>
          </a:p>
        </p:txBody>
      </p:sp>
      <p:sp>
        <p:nvSpPr>
          <p:cNvPr id="280" name="Google Shape;280;p22: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1" name="Google Shape;281;p22: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23: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23</a:t>
            </a:fld>
            <a:endParaRPr/>
          </a:p>
        </p:txBody>
      </p:sp>
      <p:sp>
        <p:nvSpPr>
          <p:cNvPr id="288" name="Google Shape;288;p23: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9" name="Google Shape;289;p23: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24: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24</a:t>
            </a:fld>
            <a:endParaRPr/>
          </a:p>
        </p:txBody>
      </p:sp>
      <p:sp>
        <p:nvSpPr>
          <p:cNvPr id="296" name="Google Shape;296;p24: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7" name="Google Shape;297;p24: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5: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25</a:t>
            </a:fld>
            <a:endParaRPr/>
          </a:p>
        </p:txBody>
      </p:sp>
      <p:sp>
        <p:nvSpPr>
          <p:cNvPr id="303" name="Google Shape;303;p25: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4" name="Google Shape;304;p25: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26: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26</a:t>
            </a:fld>
            <a:endParaRPr/>
          </a:p>
        </p:txBody>
      </p:sp>
      <p:sp>
        <p:nvSpPr>
          <p:cNvPr id="311" name="Google Shape;311;p26: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2" name="Google Shape;312;p26: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27: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27</a:t>
            </a:fld>
            <a:endParaRPr/>
          </a:p>
        </p:txBody>
      </p:sp>
      <p:sp>
        <p:nvSpPr>
          <p:cNvPr id="319" name="Google Shape;319;p27: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0" name="Google Shape;320;p27: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28: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28</a:t>
            </a:fld>
            <a:endParaRPr/>
          </a:p>
        </p:txBody>
      </p:sp>
      <p:sp>
        <p:nvSpPr>
          <p:cNvPr id="327" name="Google Shape;327;p28: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8" name="Google Shape;328;p28: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29: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29</a:t>
            </a:fld>
            <a:endParaRPr/>
          </a:p>
        </p:txBody>
      </p:sp>
      <p:sp>
        <p:nvSpPr>
          <p:cNvPr id="334" name="Google Shape;334;p29: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5" name="Google Shape;335;p29: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30: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30</a:t>
            </a:fld>
            <a:endParaRPr/>
          </a:p>
        </p:txBody>
      </p:sp>
      <p:sp>
        <p:nvSpPr>
          <p:cNvPr id="342" name="Google Shape;342;p30: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3" name="Google Shape;343;p30: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31: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31</a:t>
            </a:fld>
            <a:endParaRPr/>
          </a:p>
        </p:txBody>
      </p:sp>
      <p:sp>
        <p:nvSpPr>
          <p:cNvPr id="350" name="Google Shape;350;p31: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1" name="Google Shape;351;p31: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32: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32</a:t>
            </a:fld>
            <a:endParaRPr/>
          </a:p>
        </p:txBody>
      </p:sp>
      <p:sp>
        <p:nvSpPr>
          <p:cNvPr id="361" name="Google Shape;361;p32: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2" name="Google Shape;362;p32: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33: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33</a:t>
            </a:fld>
            <a:endParaRPr/>
          </a:p>
        </p:txBody>
      </p:sp>
      <p:sp>
        <p:nvSpPr>
          <p:cNvPr id="370" name="Google Shape;370;p33: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1" name="Google Shape;371;p33: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34: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34</a:t>
            </a:fld>
            <a:endParaRPr/>
          </a:p>
        </p:txBody>
      </p:sp>
      <p:sp>
        <p:nvSpPr>
          <p:cNvPr id="378" name="Google Shape;378;p34: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9" name="Google Shape;379;p34: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35: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35</a:t>
            </a:fld>
            <a:endParaRPr/>
          </a:p>
        </p:txBody>
      </p:sp>
      <p:sp>
        <p:nvSpPr>
          <p:cNvPr id="386" name="Google Shape;386;p35: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7" name="Google Shape;387;p35: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6: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36</a:t>
            </a:fld>
            <a:endParaRPr/>
          </a:p>
        </p:txBody>
      </p:sp>
      <p:sp>
        <p:nvSpPr>
          <p:cNvPr id="394" name="Google Shape;394;p36: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5" name="Google Shape;395;p36: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37: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37</a:t>
            </a:fld>
            <a:endParaRPr/>
          </a:p>
        </p:txBody>
      </p:sp>
      <p:sp>
        <p:nvSpPr>
          <p:cNvPr id="402" name="Google Shape;402;p37: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3" name="Google Shape;403;p37: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38: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38</a:t>
            </a:fld>
            <a:endParaRPr/>
          </a:p>
        </p:txBody>
      </p:sp>
      <p:sp>
        <p:nvSpPr>
          <p:cNvPr id="410" name="Google Shape;410;p38: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1" name="Google Shape;411;p38: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39:notes"/>
          <p:cNvSpPr txBox="1">
            <a:spLocks noGrp="1"/>
          </p:cNvSpPr>
          <p:nvPr>
            <p:ph type="body" idx="1"/>
          </p:nvPr>
        </p:nvSpPr>
        <p:spPr>
          <a:xfrm>
            <a:off x="1236662" y="3319462"/>
            <a:ext cx="6802437" cy="3146425"/>
          </a:xfrm>
          <a:prstGeom prst="rect">
            <a:avLst/>
          </a:prstGeom>
        </p:spPr>
        <p:txBody>
          <a:bodyPr spcFirstLastPara="1" wrap="square" lIns="92925" tIns="46450" rIns="92925" bIns="46450" anchor="t" anchorCtr="0">
            <a:noAutofit/>
          </a:bodyPr>
          <a:lstStyle/>
          <a:p>
            <a:pPr marL="0" lvl="0" indent="0" algn="l" rtl="0">
              <a:spcBef>
                <a:spcPts val="0"/>
              </a:spcBef>
              <a:spcAft>
                <a:spcPts val="0"/>
              </a:spcAft>
              <a:buNone/>
            </a:pPr>
            <a:endParaRPr/>
          </a:p>
        </p:txBody>
      </p:sp>
      <p:sp>
        <p:nvSpPr>
          <p:cNvPr id="418" name="Google Shape;418;p39: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40: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40</a:t>
            </a:fld>
            <a:endParaRPr/>
          </a:p>
        </p:txBody>
      </p:sp>
      <p:sp>
        <p:nvSpPr>
          <p:cNvPr id="424" name="Google Shape;424;p40:notes"/>
          <p:cNvSpPr>
            <a:spLocks noGrp="1" noRot="1" noChangeAspect="1"/>
          </p:cNvSpPr>
          <p:nvPr>
            <p:ph type="sldImg" idx="2"/>
          </p:nvPr>
        </p:nvSpPr>
        <p:spPr>
          <a:xfrm>
            <a:off x="2890838" y="523875"/>
            <a:ext cx="3494087" cy="26209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5" name="Google Shape;425;p40:notes"/>
          <p:cNvSpPr txBox="1">
            <a:spLocks noGrp="1"/>
          </p:cNvSpPr>
          <p:nvPr>
            <p:ph type="body" idx="1"/>
          </p:nvPr>
        </p:nvSpPr>
        <p:spPr>
          <a:xfrm>
            <a:off x="927100" y="3319462"/>
            <a:ext cx="7421562"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SzPts val="1800"/>
              <a:buNone/>
            </a:pPr>
            <a:r>
              <a:rPr lang="en-US"/>
              <a:t>1.	To make other people more important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41: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41</a:t>
            </a:fld>
            <a:endParaRPr/>
          </a:p>
        </p:txBody>
      </p:sp>
      <p:sp>
        <p:nvSpPr>
          <p:cNvPr id="432" name="Google Shape;432;p41: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3" name="Google Shape;433;p41:notes"/>
          <p:cNvSpPr txBox="1">
            <a:spLocks noGrp="1"/>
          </p:cNvSpPr>
          <p:nvPr>
            <p:ph type="body" idx="1"/>
          </p:nvPr>
        </p:nvSpPr>
        <p:spPr>
          <a:xfrm>
            <a:off x="927100" y="3319462"/>
            <a:ext cx="7421562"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SzPts val="1800"/>
              <a:buNone/>
            </a:pPr>
            <a:r>
              <a:rPr lang="en-US"/>
              <a:t>Purpose- We are the body of Christ.  We belong to God’s family.  And God’s family help one another – reaching out and healing one another.  We are mirrors for one another.  My husband is my mirror.  My husband can tell me what I look like.  My husband can tell if I look pretty or ugly.  My husband can tell me if I am nice or I am difficult.  So is Cathy.  She is my mirror.  Cathy can tell me in our DCS meetings if I am right or wrong in my perceptions.  We are created for each other – in the body of Christ.</a:t>
            </a:r>
            <a:endParaRPr/>
          </a:p>
          <a:p>
            <a:pPr marL="0" lvl="0" indent="0" algn="l" rtl="0">
              <a:spcBef>
                <a:spcPts val="0"/>
              </a:spcBef>
              <a:spcAft>
                <a:spcPts val="0"/>
              </a:spcAft>
              <a:buSzPts val="1800"/>
              <a:buNone/>
            </a:pPr>
            <a:r>
              <a:rPr lang="en-US"/>
              <a:t>2.  Later we are going to discuss the dynamics of the small groups.  Small groups are key in our practice of the prayer counseling principles.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42: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42</a:t>
            </a:fld>
            <a:endParaRPr/>
          </a:p>
        </p:txBody>
      </p:sp>
      <p:sp>
        <p:nvSpPr>
          <p:cNvPr id="439" name="Google Shape;439;p42: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0" name="Google Shape;440;p42: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43: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43</a:t>
            </a:fld>
            <a:endParaRPr/>
          </a:p>
        </p:txBody>
      </p:sp>
      <p:sp>
        <p:nvSpPr>
          <p:cNvPr id="453" name="Google Shape;453;p43: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4" name="Google Shape;454;p43: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44: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44</a:t>
            </a:fld>
            <a:endParaRPr/>
          </a:p>
        </p:txBody>
      </p:sp>
      <p:sp>
        <p:nvSpPr>
          <p:cNvPr id="460" name="Google Shape;460;p44: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1" name="Google Shape;461;p44: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45: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45</a:t>
            </a:fld>
            <a:endParaRPr/>
          </a:p>
        </p:txBody>
      </p:sp>
      <p:sp>
        <p:nvSpPr>
          <p:cNvPr id="467" name="Google Shape;467;p45: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8" name="Google Shape;468;p45:notes"/>
          <p:cNvSpPr txBox="1">
            <a:spLocks noGrp="1"/>
          </p:cNvSpPr>
          <p:nvPr>
            <p:ph type="body" idx="1"/>
          </p:nvPr>
        </p:nvSpPr>
        <p:spPr>
          <a:xfrm>
            <a:off x="927100" y="3319462"/>
            <a:ext cx="7421562"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SzPts val="1800"/>
              <a:buNone/>
            </a:pPr>
            <a:r>
              <a:rPr lang="en-US"/>
              <a:t>1.  Counselors will take turns to ask questions, to probe.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46: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46</a:t>
            </a:fld>
            <a:endParaRPr/>
          </a:p>
        </p:txBody>
      </p:sp>
      <p:sp>
        <p:nvSpPr>
          <p:cNvPr id="474" name="Google Shape;474;p46: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5" name="Google Shape;475;p46: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47: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47</a:t>
            </a:fld>
            <a:endParaRPr/>
          </a:p>
        </p:txBody>
      </p:sp>
      <p:sp>
        <p:nvSpPr>
          <p:cNvPr id="481" name="Google Shape;481;p47: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2" name="Google Shape;482;p47: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48: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48</a:t>
            </a:fld>
            <a:endParaRPr/>
          </a:p>
        </p:txBody>
      </p:sp>
      <p:sp>
        <p:nvSpPr>
          <p:cNvPr id="488" name="Google Shape;488;p48: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9" name="Google Shape;489;p48: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49: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49</a:t>
            </a:fld>
            <a:endParaRPr/>
          </a:p>
        </p:txBody>
      </p:sp>
      <p:sp>
        <p:nvSpPr>
          <p:cNvPr id="495" name="Google Shape;495;p49: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6" name="Google Shape;496;p49: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50: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50</a:t>
            </a:fld>
            <a:endParaRPr/>
          </a:p>
        </p:txBody>
      </p:sp>
      <p:sp>
        <p:nvSpPr>
          <p:cNvPr id="502" name="Google Shape;502;p50: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3" name="Google Shape;503;p50: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51: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51</a:t>
            </a:fld>
            <a:endParaRPr/>
          </a:p>
        </p:txBody>
      </p:sp>
      <p:sp>
        <p:nvSpPr>
          <p:cNvPr id="509" name="Google Shape;509;p51: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0" name="Google Shape;510;p51: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52: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52</a:t>
            </a:fld>
            <a:endParaRPr/>
          </a:p>
        </p:txBody>
      </p:sp>
      <p:sp>
        <p:nvSpPr>
          <p:cNvPr id="516" name="Google Shape;516;p52: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7" name="Google Shape;517;p52: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53: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53</a:t>
            </a:fld>
            <a:endParaRPr/>
          </a:p>
        </p:txBody>
      </p:sp>
      <p:sp>
        <p:nvSpPr>
          <p:cNvPr id="523" name="Google Shape;523;p53: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4" name="Google Shape;524;p53:notes"/>
          <p:cNvSpPr txBox="1">
            <a:spLocks noGrp="1"/>
          </p:cNvSpPr>
          <p:nvPr>
            <p:ph type="body" idx="1"/>
          </p:nvPr>
        </p:nvSpPr>
        <p:spPr>
          <a:xfrm>
            <a:off x="927100" y="3319462"/>
            <a:ext cx="7421562"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SzPts val="1800"/>
              <a:buNone/>
            </a:pPr>
            <a:r>
              <a:rPr lang="en-US"/>
              <a:t>End in prayer: A Prayer for Small Group (pg35)</a:t>
            </a:r>
            <a:endParaRPr/>
          </a:p>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p54: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54</a:t>
            </a:fld>
            <a:endParaRPr/>
          </a:p>
        </p:txBody>
      </p:sp>
      <p:sp>
        <p:nvSpPr>
          <p:cNvPr id="530" name="Google Shape;530;p54: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1" name="Google Shape;531;p54: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55: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55</a:t>
            </a:fld>
            <a:endParaRPr/>
          </a:p>
        </p:txBody>
      </p:sp>
      <p:sp>
        <p:nvSpPr>
          <p:cNvPr id="537" name="Google Shape;537;p55: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8" name="Google Shape;538;p55: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56: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56</a:t>
            </a:fld>
            <a:endParaRPr/>
          </a:p>
        </p:txBody>
      </p:sp>
      <p:sp>
        <p:nvSpPr>
          <p:cNvPr id="544" name="Google Shape;544;p56: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45" name="Google Shape;545;p56: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57: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57</a:t>
            </a:fld>
            <a:endParaRPr/>
          </a:p>
        </p:txBody>
      </p:sp>
      <p:sp>
        <p:nvSpPr>
          <p:cNvPr id="551" name="Google Shape;551;p57: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52" name="Google Shape;552;p57: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58: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58</a:t>
            </a:fld>
            <a:endParaRPr/>
          </a:p>
        </p:txBody>
      </p:sp>
      <p:sp>
        <p:nvSpPr>
          <p:cNvPr id="558" name="Google Shape;558;p58: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59" name="Google Shape;559;p58: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59: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59</a:t>
            </a:fld>
            <a:endParaRPr/>
          </a:p>
        </p:txBody>
      </p:sp>
      <p:sp>
        <p:nvSpPr>
          <p:cNvPr id="565" name="Google Shape;565;p59: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6" name="Google Shape;566;p59: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60: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60</a:t>
            </a:fld>
            <a:endParaRPr/>
          </a:p>
        </p:txBody>
      </p:sp>
      <p:sp>
        <p:nvSpPr>
          <p:cNvPr id="572" name="Google Shape;572;p60: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3" name="Google Shape;573;p60: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p61: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61</a:t>
            </a:fld>
            <a:endParaRPr/>
          </a:p>
        </p:txBody>
      </p:sp>
      <p:sp>
        <p:nvSpPr>
          <p:cNvPr id="579" name="Google Shape;579;p61: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0" name="Google Shape;580;p61: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75:notes"/>
          <p:cNvSpPr txBox="1">
            <a:spLocks noGrp="1"/>
          </p:cNvSpPr>
          <p:nvPr>
            <p:ph type="body" idx="1"/>
          </p:nvPr>
        </p:nvSpPr>
        <p:spPr>
          <a:xfrm>
            <a:off x="1236662" y="3319462"/>
            <a:ext cx="6802500" cy="3146400"/>
          </a:xfrm>
          <a:prstGeom prst="rect">
            <a:avLst/>
          </a:prstGeom>
        </p:spPr>
        <p:txBody>
          <a:bodyPr spcFirstLastPara="1" wrap="square" lIns="92925" tIns="46450" rIns="92925" bIns="46450" anchor="t" anchorCtr="0">
            <a:noAutofit/>
          </a:bodyPr>
          <a:lstStyle/>
          <a:p>
            <a:pPr marL="0" lvl="0" indent="0" algn="l" rtl="0">
              <a:spcBef>
                <a:spcPts val="0"/>
              </a:spcBef>
              <a:spcAft>
                <a:spcPts val="0"/>
              </a:spcAft>
              <a:buNone/>
            </a:pPr>
            <a:endParaRPr/>
          </a:p>
        </p:txBody>
      </p:sp>
      <p:sp>
        <p:nvSpPr>
          <p:cNvPr id="586" name="Google Shape;586;p75:notes"/>
          <p:cNvSpPr>
            <a:spLocks noGrp="1" noRot="1" noChangeAspect="1"/>
          </p:cNvSpPr>
          <p:nvPr>
            <p:ph type="sldImg" idx="2"/>
          </p:nvPr>
        </p:nvSpPr>
        <p:spPr>
          <a:xfrm>
            <a:off x="2890837" y="523875"/>
            <a:ext cx="3494100" cy="2621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76: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63</a:t>
            </a:fld>
            <a:endParaRPr/>
          </a:p>
        </p:txBody>
      </p:sp>
      <p:sp>
        <p:nvSpPr>
          <p:cNvPr id="592" name="Google Shape;592;p76:notes"/>
          <p:cNvSpPr>
            <a:spLocks noGrp="1" noRot="1" noChangeAspect="1"/>
          </p:cNvSpPr>
          <p:nvPr>
            <p:ph type="sldImg" idx="2"/>
          </p:nvPr>
        </p:nvSpPr>
        <p:spPr>
          <a:xfrm>
            <a:off x="2890838" y="523875"/>
            <a:ext cx="3494087" cy="26209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3" name="Google Shape;593;p76: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77: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64</a:t>
            </a:fld>
            <a:endParaRPr/>
          </a:p>
        </p:txBody>
      </p:sp>
      <p:sp>
        <p:nvSpPr>
          <p:cNvPr id="600" name="Google Shape;600;p77: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01" name="Google Shape;601;p77: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78:notes"/>
          <p:cNvSpPr txBox="1">
            <a:spLocks noGrp="1"/>
          </p:cNvSpPr>
          <p:nvPr>
            <p:ph type="body" idx="1"/>
          </p:nvPr>
        </p:nvSpPr>
        <p:spPr>
          <a:xfrm>
            <a:off x="1236662" y="3319462"/>
            <a:ext cx="6802437" cy="3146425"/>
          </a:xfrm>
          <a:prstGeom prst="rect">
            <a:avLst/>
          </a:prstGeom>
        </p:spPr>
        <p:txBody>
          <a:bodyPr spcFirstLastPara="1" wrap="square" lIns="92925" tIns="46450" rIns="92925" bIns="46450" anchor="t" anchorCtr="0">
            <a:noAutofit/>
          </a:bodyPr>
          <a:lstStyle/>
          <a:p>
            <a:pPr marL="0" lvl="0" indent="0" algn="l" rtl="0">
              <a:spcBef>
                <a:spcPts val="0"/>
              </a:spcBef>
              <a:spcAft>
                <a:spcPts val="0"/>
              </a:spcAft>
              <a:buNone/>
            </a:pPr>
            <a:endParaRPr/>
          </a:p>
        </p:txBody>
      </p:sp>
      <p:sp>
        <p:nvSpPr>
          <p:cNvPr id="608" name="Google Shape;608;p78: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p79: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66</a:t>
            </a:fld>
            <a:endParaRPr/>
          </a:p>
        </p:txBody>
      </p:sp>
      <p:sp>
        <p:nvSpPr>
          <p:cNvPr id="616" name="Google Shape;616;p79: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7" name="Google Shape;617;p79: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80:notes"/>
          <p:cNvSpPr txBox="1">
            <a:spLocks noGrp="1"/>
          </p:cNvSpPr>
          <p:nvPr>
            <p:ph type="body" idx="1"/>
          </p:nvPr>
        </p:nvSpPr>
        <p:spPr>
          <a:xfrm>
            <a:off x="1236662" y="3319462"/>
            <a:ext cx="6802437" cy="3146425"/>
          </a:xfrm>
          <a:prstGeom prst="rect">
            <a:avLst/>
          </a:prstGeom>
        </p:spPr>
        <p:txBody>
          <a:bodyPr spcFirstLastPara="1" wrap="square" lIns="92925" tIns="46450" rIns="92925" bIns="46450" anchor="t" anchorCtr="0">
            <a:noAutofit/>
          </a:bodyPr>
          <a:lstStyle/>
          <a:p>
            <a:pPr marL="0" lvl="0" indent="0" algn="l" rtl="0">
              <a:spcBef>
                <a:spcPts val="0"/>
              </a:spcBef>
              <a:spcAft>
                <a:spcPts val="0"/>
              </a:spcAft>
              <a:buNone/>
            </a:pPr>
            <a:endParaRPr/>
          </a:p>
        </p:txBody>
      </p:sp>
      <p:sp>
        <p:nvSpPr>
          <p:cNvPr id="624" name="Google Shape;624;p80: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p81:notes"/>
          <p:cNvSpPr txBox="1">
            <a:spLocks noGrp="1"/>
          </p:cNvSpPr>
          <p:nvPr>
            <p:ph type="body" idx="1"/>
          </p:nvPr>
        </p:nvSpPr>
        <p:spPr>
          <a:xfrm>
            <a:off x="1236662" y="3319462"/>
            <a:ext cx="6802437" cy="3146425"/>
          </a:xfrm>
          <a:prstGeom prst="rect">
            <a:avLst/>
          </a:prstGeom>
        </p:spPr>
        <p:txBody>
          <a:bodyPr spcFirstLastPara="1" wrap="square" lIns="92925" tIns="46450" rIns="92925" bIns="46450" anchor="t" anchorCtr="0">
            <a:noAutofit/>
          </a:bodyPr>
          <a:lstStyle/>
          <a:p>
            <a:pPr marL="0" lvl="0" indent="0" algn="l" rtl="0">
              <a:spcBef>
                <a:spcPts val="0"/>
              </a:spcBef>
              <a:spcAft>
                <a:spcPts val="0"/>
              </a:spcAft>
              <a:buNone/>
            </a:pPr>
            <a:endParaRPr/>
          </a:p>
        </p:txBody>
      </p:sp>
      <p:sp>
        <p:nvSpPr>
          <p:cNvPr id="631" name="Google Shape;631;p81: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p82:notes"/>
          <p:cNvSpPr txBox="1">
            <a:spLocks noGrp="1"/>
          </p:cNvSpPr>
          <p:nvPr>
            <p:ph type="body" idx="1"/>
          </p:nvPr>
        </p:nvSpPr>
        <p:spPr>
          <a:xfrm>
            <a:off x="1236662" y="3319462"/>
            <a:ext cx="6802437" cy="3146425"/>
          </a:xfrm>
          <a:prstGeom prst="rect">
            <a:avLst/>
          </a:prstGeom>
        </p:spPr>
        <p:txBody>
          <a:bodyPr spcFirstLastPara="1" wrap="square" lIns="92925" tIns="46450" rIns="92925" bIns="46450" anchor="t" anchorCtr="0">
            <a:noAutofit/>
          </a:bodyPr>
          <a:lstStyle/>
          <a:p>
            <a:pPr marL="0" lvl="0" indent="0" algn="l" rtl="0">
              <a:spcBef>
                <a:spcPts val="0"/>
              </a:spcBef>
              <a:spcAft>
                <a:spcPts val="0"/>
              </a:spcAft>
              <a:buNone/>
            </a:pPr>
            <a:endParaRPr/>
          </a:p>
        </p:txBody>
      </p:sp>
      <p:sp>
        <p:nvSpPr>
          <p:cNvPr id="639" name="Google Shape;639;p82: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83:notes"/>
          <p:cNvSpPr txBox="1">
            <a:spLocks noGrp="1"/>
          </p:cNvSpPr>
          <p:nvPr>
            <p:ph type="body" idx="1"/>
          </p:nvPr>
        </p:nvSpPr>
        <p:spPr>
          <a:xfrm>
            <a:off x="1236662" y="3319462"/>
            <a:ext cx="6802437" cy="3146425"/>
          </a:xfrm>
          <a:prstGeom prst="rect">
            <a:avLst/>
          </a:prstGeom>
        </p:spPr>
        <p:txBody>
          <a:bodyPr spcFirstLastPara="1" wrap="square" lIns="92925" tIns="46450" rIns="92925" bIns="46450" anchor="t" anchorCtr="0">
            <a:noAutofit/>
          </a:bodyPr>
          <a:lstStyle/>
          <a:p>
            <a:pPr marL="0" lvl="0" indent="0" algn="l" rtl="0">
              <a:spcBef>
                <a:spcPts val="0"/>
              </a:spcBef>
              <a:spcAft>
                <a:spcPts val="0"/>
              </a:spcAft>
              <a:buNone/>
            </a:pPr>
            <a:endParaRPr/>
          </a:p>
        </p:txBody>
      </p:sp>
      <p:sp>
        <p:nvSpPr>
          <p:cNvPr id="646" name="Google Shape;646;p83: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p84: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71</a:t>
            </a:fld>
            <a:endParaRPr/>
          </a:p>
        </p:txBody>
      </p:sp>
      <p:sp>
        <p:nvSpPr>
          <p:cNvPr id="656" name="Google Shape;656;p84: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57" name="Google Shape;657;p84: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p85: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72</a:t>
            </a:fld>
            <a:endParaRPr/>
          </a:p>
        </p:txBody>
      </p:sp>
      <p:sp>
        <p:nvSpPr>
          <p:cNvPr id="664" name="Google Shape;664;p85: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5" name="Google Shape;665;p85: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p86: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73</a:t>
            </a:fld>
            <a:endParaRPr/>
          </a:p>
        </p:txBody>
      </p:sp>
      <p:sp>
        <p:nvSpPr>
          <p:cNvPr id="672" name="Google Shape;672;p86: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3" name="Google Shape;673;p86: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87:notes"/>
          <p:cNvSpPr txBox="1">
            <a:spLocks noGrp="1"/>
          </p:cNvSpPr>
          <p:nvPr>
            <p:ph type="body" idx="1"/>
          </p:nvPr>
        </p:nvSpPr>
        <p:spPr>
          <a:xfrm>
            <a:off x="1236662" y="3319462"/>
            <a:ext cx="6802437" cy="3146425"/>
          </a:xfrm>
          <a:prstGeom prst="rect">
            <a:avLst/>
          </a:prstGeom>
        </p:spPr>
        <p:txBody>
          <a:bodyPr spcFirstLastPara="1" wrap="square" lIns="92925" tIns="46450" rIns="92925" bIns="46450" anchor="t" anchorCtr="0">
            <a:noAutofit/>
          </a:bodyPr>
          <a:lstStyle/>
          <a:p>
            <a:pPr marL="0" lvl="0" indent="0" algn="l" rtl="0">
              <a:spcBef>
                <a:spcPts val="0"/>
              </a:spcBef>
              <a:spcAft>
                <a:spcPts val="0"/>
              </a:spcAft>
              <a:buNone/>
            </a:pPr>
            <a:endParaRPr/>
          </a:p>
        </p:txBody>
      </p:sp>
      <p:sp>
        <p:nvSpPr>
          <p:cNvPr id="681" name="Google Shape;681;p87: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p89: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75</a:t>
            </a:fld>
            <a:endParaRPr/>
          </a:p>
        </p:txBody>
      </p:sp>
      <p:sp>
        <p:nvSpPr>
          <p:cNvPr id="694" name="Google Shape;694;p89: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95" name="Google Shape;695;p89: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p90: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76</a:t>
            </a:fld>
            <a:endParaRPr/>
          </a:p>
        </p:txBody>
      </p:sp>
      <p:sp>
        <p:nvSpPr>
          <p:cNvPr id="703" name="Google Shape;703;p90: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04" name="Google Shape;704;p90: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91:notes"/>
          <p:cNvSpPr txBox="1">
            <a:spLocks noGrp="1"/>
          </p:cNvSpPr>
          <p:nvPr>
            <p:ph type="body" idx="1"/>
          </p:nvPr>
        </p:nvSpPr>
        <p:spPr>
          <a:xfrm>
            <a:off x="1236662" y="3319462"/>
            <a:ext cx="6802437" cy="3146425"/>
          </a:xfrm>
          <a:prstGeom prst="rect">
            <a:avLst/>
          </a:prstGeom>
        </p:spPr>
        <p:txBody>
          <a:bodyPr spcFirstLastPara="1" wrap="square" lIns="92925" tIns="46450" rIns="92925" bIns="46450" anchor="t" anchorCtr="0">
            <a:noAutofit/>
          </a:bodyPr>
          <a:lstStyle/>
          <a:p>
            <a:pPr marL="0" lvl="0" indent="0" algn="l" rtl="0">
              <a:spcBef>
                <a:spcPts val="0"/>
              </a:spcBef>
              <a:spcAft>
                <a:spcPts val="0"/>
              </a:spcAft>
              <a:buNone/>
            </a:pPr>
            <a:endParaRPr/>
          </a:p>
        </p:txBody>
      </p:sp>
      <p:sp>
        <p:nvSpPr>
          <p:cNvPr id="713" name="Google Shape;713;p91:notes"/>
          <p:cNvSpPr>
            <a:spLocks noGrp="1" noRot="1" noChangeAspect="1"/>
          </p:cNvSpPr>
          <p:nvPr>
            <p:ph type="sldImg" idx="2"/>
          </p:nvPr>
        </p:nvSpPr>
        <p:spPr>
          <a:xfrm>
            <a:off x="2890838" y="523875"/>
            <a:ext cx="3494087" cy="26209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p92:notes"/>
          <p:cNvSpPr txBox="1"/>
          <p:nvPr/>
        </p:nvSpPr>
        <p:spPr>
          <a:xfrm>
            <a:off x="5256212" y="6640512"/>
            <a:ext cx="4019550" cy="349250"/>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78</a:t>
            </a:fld>
            <a:endParaRPr/>
          </a:p>
        </p:txBody>
      </p:sp>
      <p:sp>
        <p:nvSpPr>
          <p:cNvPr id="719" name="Google Shape;719;p92: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20" name="Google Shape;720;p92:notes"/>
          <p:cNvSpPr txBox="1">
            <a:spLocks noGrp="1"/>
          </p:cNvSpPr>
          <p:nvPr>
            <p:ph type="body" idx="1"/>
          </p:nvPr>
        </p:nvSpPr>
        <p:spPr>
          <a:xfrm>
            <a:off x="1236662" y="3319462"/>
            <a:ext cx="6802437" cy="3146425"/>
          </a:xfrm>
          <a:prstGeom prst="rect">
            <a:avLst/>
          </a:prstGeom>
          <a:noFill/>
          <a:ln>
            <a:noFill/>
          </a:ln>
        </p:spPr>
        <p:txBody>
          <a:bodyPr spcFirstLastPara="1" wrap="square" lIns="92925" tIns="46450" rIns="92925" bIns="46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p93:notes"/>
          <p:cNvSpPr txBox="1">
            <a:spLocks noGrp="1"/>
          </p:cNvSpPr>
          <p:nvPr>
            <p:ph type="body" idx="1"/>
          </p:nvPr>
        </p:nvSpPr>
        <p:spPr>
          <a:xfrm>
            <a:off x="1236662" y="3319462"/>
            <a:ext cx="6802437" cy="3146425"/>
          </a:xfrm>
          <a:prstGeom prst="rect">
            <a:avLst/>
          </a:prstGeom>
        </p:spPr>
        <p:txBody>
          <a:bodyPr spcFirstLastPara="1" wrap="square" lIns="92925" tIns="46450" rIns="92925" bIns="46450" anchor="t" anchorCtr="0">
            <a:noAutofit/>
          </a:bodyPr>
          <a:lstStyle/>
          <a:p>
            <a:pPr marL="0" lvl="0" indent="0" algn="l" rtl="0">
              <a:spcBef>
                <a:spcPts val="0"/>
              </a:spcBef>
              <a:spcAft>
                <a:spcPts val="0"/>
              </a:spcAft>
              <a:buNone/>
            </a:pPr>
            <a:endParaRPr/>
          </a:p>
        </p:txBody>
      </p:sp>
      <p:sp>
        <p:nvSpPr>
          <p:cNvPr id="728" name="Google Shape;728;p93:notes"/>
          <p:cNvSpPr>
            <a:spLocks noGrp="1" noRot="1" noChangeAspect="1"/>
          </p:cNvSpPr>
          <p:nvPr>
            <p:ph type="sldImg" idx="2"/>
          </p:nvPr>
        </p:nvSpPr>
        <p:spPr>
          <a:xfrm>
            <a:off x="2890837" y="523875"/>
            <a:ext cx="3494087" cy="26209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97:notes"/>
          <p:cNvSpPr txBox="1">
            <a:spLocks noGrp="1"/>
          </p:cNvSpPr>
          <p:nvPr>
            <p:ph type="body" idx="1"/>
          </p:nvPr>
        </p:nvSpPr>
        <p:spPr>
          <a:xfrm>
            <a:off x="1236662" y="3319462"/>
            <a:ext cx="6802437" cy="3146425"/>
          </a:xfrm>
          <a:prstGeom prst="rect">
            <a:avLst/>
          </a:prstGeom>
        </p:spPr>
        <p:txBody>
          <a:bodyPr spcFirstLastPara="1" wrap="square" lIns="92925" tIns="46450" rIns="92925" bIns="46450" anchor="t" anchorCtr="0">
            <a:noAutofit/>
          </a:bodyPr>
          <a:lstStyle/>
          <a:p>
            <a:pPr marL="0" lvl="0" indent="0" algn="l" rtl="0">
              <a:spcBef>
                <a:spcPts val="0"/>
              </a:spcBef>
              <a:spcAft>
                <a:spcPts val="0"/>
              </a:spcAft>
              <a:buNone/>
            </a:pPr>
            <a:endParaRPr/>
          </a:p>
        </p:txBody>
      </p:sp>
      <p:sp>
        <p:nvSpPr>
          <p:cNvPr id="734" name="Google Shape;734;p97:notes"/>
          <p:cNvSpPr>
            <a:spLocks noGrp="1" noRot="1" noChangeAspect="1"/>
          </p:cNvSpPr>
          <p:nvPr>
            <p:ph type="sldImg" idx="2"/>
          </p:nvPr>
        </p:nvSpPr>
        <p:spPr>
          <a:xfrm>
            <a:off x="2890838" y="523875"/>
            <a:ext cx="3494087" cy="26209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chemeClr val="dk1"/>
              </a:buClr>
              <a:buSzPts val="3200"/>
              <a:buFont typeface="Tahoma"/>
              <a:buNone/>
              <a:defRPr/>
            </a:lvl1pPr>
            <a:lvl2pPr lvl="1" algn="ctr">
              <a:spcBef>
                <a:spcPts val="560"/>
              </a:spcBef>
              <a:spcAft>
                <a:spcPts val="0"/>
              </a:spcAft>
              <a:buClr>
                <a:schemeClr val="dk1"/>
              </a:buClr>
              <a:buSzPts val="2800"/>
              <a:buFont typeface="Tahoma"/>
              <a:buNone/>
              <a:defRPr/>
            </a:lvl2pPr>
            <a:lvl3pPr lvl="2" algn="ctr">
              <a:spcBef>
                <a:spcPts val="480"/>
              </a:spcBef>
              <a:spcAft>
                <a:spcPts val="0"/>
              </a:spcAft>
              <a:buClr>
                <a:schemeClr val="dk1"/>
              </a:buClr>
              <a:buSzPts val="2400"/>
              <a:buFont typeface="Tahoma"/>
              <a:buNone/>
              <a:defRPr/>
            </a:lvl3pPr>
            <a:lvl4pPr lvl="3" algn="ctr">
              <a:spcBef>
                <a:spcPts val="400"/>
              </a:spcBef>
              <a:spcAft>
                <a:spcPts val="0"/>
              </a:spcAft>
              <a:buClr>
                <a:schemeClr val="dk1"/>
              </a:buClr>
              <a:buSzPts val="2000"/>
              <a:buFont typeface="Tahoma"/>
              <a:buNone/>
              <a:defRPr/>
            </a:lvl4pPr>
            <a:lvl5pPr lvl="4" algn="ctr">
              <a:spcBef>
                <a:spcPts val="400"/>
              </a:spcBef>
              <a:spcAft>
                <a:spcPts val="0"/>
              </a:spcAft>
              <a:buClr>
                <a:schemeClr val="dk1"/>
              </a:buClr>
              <a:buSzPts val="2000"/>
              <a:buFont typeface="Tahoma"/>
              <a:buNone/>
              <a:defRPr/>
            </a:lvl5pPr>
            <a:lvl6pPr lvl="5" algn="ctr">
              <a:spcBef>
                <a:spcPts val="400"/>
              </a:spcBef>
              <a:spcAft>
                <a:spcPts val="0"/>
              </a:spcAft>
              <a:buClr>
                <a:schemeClr val="dk1"/>
              </a:buClr>
              <a:buSzPts val="2000"/>
              <a:buFont typeface="Tahoma"/>
              <a:buNone/>
              <a:defRPr/>
            </a:lvl6pPr>
            <a:lvl7pPr lvl="6" algn="ctr">
              <a:spcBef>
                <a:spcPts val="400"/>
              </a:spcBef>
              <a:spcAft>
                <a:spcPts val="0"/>
              </a:spcAft>
              <a:buClr>
                <a:schemeClr val="dk1"/>
              </a:buClr>
              <a:buSzPts val="2000"/>
              <a:buFont typeface="Tahoma"/>
              <a:buNone/>
              <a:defRPr/>
            </a:lvl7pPr>
            <a:lvl8pPr lvl="7" algn="ctr">
              <a:spcBef>
                <a:spcPts val="400"/>
              </a:spcBef>
              <a:spcAft>
                <a:spcPts val="0"/>
              </a:spcAft>
              <a:buClr>
                <a:schemeClr val="dk1"/>
              </a:buClr>
              <a:buSzPts val="2000"/>
              <a:buFont typeface="Tahoma"/>
              <a:buNone/>
              <a:defRPr/>
            </a:lvl8pPr>
            <a:lvl9pPr lvl="8" algn="ctr">
              <a:spcBef>
                <a:spcPts val="400"/>
              </a:spcBef>
              <a:spcAft>
                <a:spcPts val="0"/>
              </a:spcAft>
              <a:buClr>
                <a:schemeClr val="dk1"/>
              </a:buClr>
              <a:buSzPts val="2000"/>
              <a:buFont typeface="Tahoma"/>
              <a:buNone/>
              <a:defRPr/>
            </a:lvl9pPr>
          </a:lstStyle>
          <a:p>
            <a:endParaRPr/>
          </a:p>
        </p:txBody>
      </p:sp>
      <p:sp>
        <p:nvSpPr>
          <p:cNvPr id="18" name="Google Shape;18;p2"/>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Text and Clip Art" type="txAndClipArt">
  <p:cSld name="TEXT_AND_CLIPART">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685800" y="1981200"/>
            <a:ext cx="38100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0" name="Google Shape;30;p4"/>
          <p:cNvSpPr>
            <a:spLocks noGrp="1"/>
          </p:cNvSpPr>
          <p:nvPr>
            <p:ph type="clipArt" idx="2"/>
          </p:nvPr>
        </p:nvSpPr>
        <p:spPr>
          <a:xfrm>
            <a:off x="4648200" y="1981200"/>
            <a:ext cx="3810000" cy="4114800"/>
          </a:xfrm>
          <a:prstGeom prst="rect">
            <a:avLst/>
          </a:prstGeom>
          <a:noFill/>
          <a:ln>
            <a:noFill/>
          </a:ln>
        </p:spPr>
      </p:sp>
      <p:sp>
        <p:nvSpPr>
          <p:cNvPr id="31" name="Google Shape;31;p4"/>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
        <p:cNvGrpSpPr/>
        <p:nvPr/>
      </p:nvGrpSpPr>
      <p:grpSpPr>
        <a:xfrm>
          <a:off x="0" y="0"/>
          <a:ext cx="0" cy="0"/>
          <a:chOff x="0" y="0"/>
          <a:chExt cx="0" cy="0"/>
        </a:xfrm>
      </p:grpSpPr>
      <p:sp>
        <p:nvSpPr>
          <p:cNvPr id="35" name="Google Shape;35;p5"/>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85800" y="1981200"/>
            <a:ext cx="3810000" cy="411480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Font typeface="Tahoma"/>
              <a:buChar char="•"/>
              <a:defRPr sz="2800"/>
            </a:lvl1pPr>
            <a:lvl2pPr marL="914400" lvl="1" indent="-381000" algn="l">
              <a:spcBef>
                <a:spcPts val="480"/>
              </a:spcBef>
              <a:spcAft>
                <a:spcPts val="0"/>
              </a:spcAft>
              <a:buClr>
                <a:schemeClr val="dk1"/>
              </a:buClr>
              <a:buSzPts val="2400"/>
              <a:buFont typeface="Tahoma"/>
              <a:buChar char="–"/>
              <a:defRPr sz="2400"/>
            </a:lvl2pPr>
            <a:lvl3pPr marL="1371600" lvl="2" indent="-355600" algn="l">
              <a:spcBef>
                <a:spcPts val="400"/>
              </a:spcBef>
              <a:spcAft>
                <a:spcPts val="0"/>
              </a:spcAft>
              <a:buClr>
                <a:schemeClr val="dk1"/>
              </a:buClr>
              <a:buSzPts val="2000"/>
              <a:buFont typeface="Tahoma"/>
              <a:buChar char="•"/>
              <a:defRPr sz="2000"/>
            </a:lvl3pPr>
            <a:lvl4pPr marL="1828800" lvl="3" indent="-342900" algn="l">
              <a:spcBef>
                <a:spcPts val="360"/>
              </a:spcBef>
              <a:spcAft>
                <a:spcPts val="0"/>
              </a:spcAft>
              <a:buClr>
                <a:schemeClr val="dk1"/>
              </a:buClr>
              <a:buSzPts val="1800"/>
              <a:buFont typeface="Tahoma"/>
              <a:buChar char="–"/>
              <a:defRPr sz="1800"/>
            </a:lvl4pPr>
            <a:lvl5pPr marL="2286000" lvl="4" indent="-342900" algn="l">
              <a:spcBef>
                <a:spcPts val="360"/>
              </a:spcBef>
              <a:spcAft>
                <a:spcPts val="0"/>
              </a:spcAft>
              <a:buClr>
                <a:schemeClr val="dk1"/>
              </a:buClr>
              <a:buSzPts val="1800"/>
              <a:buFont typeface="Tahoma"/>
              <a:buChar char="»"/>
              <a:defRPr sz="1800"/>
            </a:lvl5pPr>
            <a:lvl6pPr marL="2743200" lvl="5" indent="-342900" algn="l">
              <a:spcBef>
                <a:spcPts val="360"/>
              </a:spcBef>
              <a:spcAft>
                <a:spcPts val="0"/>
              </a:spcAft>
              <a:buClr>
                <a:schemeClr val="dk1"/>
              </a:buClr>
              <a:buSzPts val="1800"/>
              <a:buFont typeface="Tahoma"/>
              <a:buChar char="»"/>
              <a:defRPr sz="1800"/>
            </a:lvl6pPr>
            <a:lvl7pPr marL="3200400" lvl="6" indent="-342900" algn="l">
              <a:spcBef>
                <a:spcPts val="360"/>
              </a:spcBef>
              <a:spcAft>
                <a:spcPts val="0"/>
              </a:spcAft>
              <a:buClr>
                <a:schemeClr val="dk1"/>
              </a:buClr>
              <a:buSzPts val="1800"/>
              <a:buFont typeface="Tahoma"/>
              <a:buChar char="»"/>
              <a:defRPr sz="1800"/>
            </a:lvl7pPr>
            <a:lvl8pPr marL="3657600" lvl="7" indent="-342900" algn="l">
              <a:spcBef>
                <a:spcPts val="360"/>
              </a:spcBef>
              <a:spcAft>
                <a:spcPts val="0"/>
              </a:spcAft>
              <a:buClr>
                <a:schemeClr val="dk1"/>
              </a:buClr>
              <a:buSzPts val="1800"/>
              <a:buFont typeface="Tahoma"/>
              <a:buChar char="»"/>
              <a:defRPr sz="1800"/>
            </a:lvl8pPr>
            <a:lvl9pPr marL="4114800" lvl="8" indent="-342900" algn="l">
              <a:spcBef>
                <a:spcPts val="360"/>
              </a:spcBef>
              <a:spcAft>
                <a:spcPts val="0"/>
              </a:spcAft>
              <a:buClr>
                <a:schemeClr val="dk1"/>
              </a:buClr>
              <a:buSzPts val="1800"/>
              <a:buFont typeface="Tahoma"/>
              <a:buChar char="»"/>
              <a:defRPr sz="1800"/>
            </a:lvl9pPr>
          </a:lstStyle>
          <a:p>
            <a:endParaRPr/>
          </a:p>
        </p:txBody>
      </p:sp>
      <p:sp>
        <p:nvSpPr>
          <p:cNvPr id="41" name="Google Shape;41;p6"/>
          <p:cNvSpPr txBox="1">
            <a:spLocks noGrp="1"/>
          </p:cNvSpPr>
          <p:nvPr>
            <p:ph type="body" idx="2"/>
          </p:nvPr>
        </p:nvSpPr>
        <p:spPr>
          <a:xfrm>
            <a:off x="4648200" y="1981200"/>
            <a:ext cx="3810000" cy="411480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Font typeface="Tahoma"/>
              <a:buChar char="•"/>
              <a:defRPr sz="2800"/>
            </a:lvl1pPr>
            <a:lvl2pPr marL="914400" lvl="1" indent="-381000" algn="l">
              <a:spcBef>
                <a:spcPts val="480"/>
              </a:spcBef>
              <a:spcAft>
                <a:spcPts val="0"/>
              </a:spcAft>
              <a:buClr>
                <a:schemeClr val="dk1"/>
              </a:buClr>
              <a:buSzPts val="2400"/>
              <a:buFont typeface="Tahoma"/>
              <a:buChar char="–"/>
              <a:defRPr sz="2400"/>
            </a:lvl2pPr>
            <a:lvl3pPr marL="1371600" lvl="2" indent="-355600" algn="l">
              <a:spcBef>
                <a:spcPts val="400"/>
              </a:spcBef>
              <a:spcAft>
                <a:spcPts val="0"/>
              </a:spcAft>
              <a:buClr>
                <a:schemeClr val="dk1"/>
              </a:buClr>
              <a:buSzPts val="2000"/>
              <a:buFont typeface="Tahoma"/>
              <a:buChar char="•"/>
              <a:defRPr sz="2000"/>
            </a:lvl3pPr>
            <a:lvl4pPr marL="1828800" lvl="3" indent="-342900" algn="l">
              <a:spcBef>
                <a:spcPts val="360"/>
              </a:spcBef>
              <a:spcAft>
                <a:spcPts val="0"/>
              </a:spcAft>
              <a:buClr>
                <a:schemeClr val="dk1"/>
              </a:buClr>
              <a:buSzPts val="1800"/>
              <a:buFont typeface="Tahoma"/>
              <a:buChar char="–"/>
              <a:defRPr sz="1800"/>
            </a:lvl4pPr>
            <a:lvl5pPr marL="2286000" lvl="4" indent="-342900" algn="l">
              <a:spcBef>
                <a:spcPts val="360"/>
              </a:spcBef>
              <a:spcAft>
                <a:spcPts val="0"/>
              </a:spcAft>
              <a:buClr>
                <a:schemeClr val="dk1"/>
              </a:buClr>
              <a:buSzPts val="1800"/>
              <a:buFont typeface="Tahoma"/>
              <a:buChar char="»"/>
              <a:defRPr sz="1800"/>
            </a:lvl5pPr>
            <a:lvl6pPr marL="2743200" lvl="5" indent="-342900" algn="l">
              <a:spcBef>
                <a:spcPts val="360"/>
              </a:spcBef>
              <a:spcAft>
                <a:spcPts val="0"/>
              </a:spcAft>
              <a:buClr>
                <a:schemeClr val="dk1"/>
              </a:buClr>
              <a:buSzPts val="1800"/>
              <a:buFont typeface="Tahoma"/>
              <a:buChar char="»"/>
              <a:defRPr sz="1800"/>
            </a:lvl6pPr>
            <a:lvl7pPr marL="3200400" lvl="6" indent="-342900" algn="l">
              <a:spcBef>
                <a:spcPts val="360"/>
              </a:spcBef>
              <a:spcAft>
                <a:spcPts val="0"/>
              </a:spcAft>
              <a:buClr>
                <a:schemeClr val="dk1"/>
              </a:buClr>
              <a:buSzPts val="1800"/>
              <a:buFont typeface="Tahoma"/>
              <a:buChar char="»"/>
              <a:defRPr sz="1800"/>
            </a:lvl7pPr>
            <a:lvl8pPr marL="3657600" lvl="7" indent="-342900" algn="l">
              <a:spcBef>
                <a:spcPts val="360"/>
              </a:spcBef>
              <a:spcAft>
                <a:spcPts val="0"/>
              </a:spcAft>
              <a:buClr>
                <a:schemeClr val="dk1"/>
              </a:buClr>
              <a:buSzPts val="1800"/>
              <a:buFont typeface="Tahoma"/>
              <a:buChar char="»"/>
              <a:defRPr sz="1800"/>
            </a:lvl8pPr>
            <a:lvl9pPr marL="4114800" lvl="8" indent="-342900" algn="l">
              <a:spcBef>
                <a:spcPts val="360"/>
              </a:spcBef>
              <a:spcAft>
                <a:spcPts val="0"/>
              </a:spcAft>
              <a:buClr>
                <a:schemeClr val="dk1"/>
              </a:buClr>
              <a:buSzPts val="1800"/>
              <a:buFont typeface="Tahoma"/>
              <a:buChar char="»"/>
              <a:defRPr sz="1800"/>
            </a:lvl9pPr>
          </a:lstStyle>
          <a:p>
            <a:endParaRPr/>
          </a:p>
        </p:txBody>
      </p:sp>
      <p:sp>
        <p:nvSpPr>
          <p:cNvPr id="42" name="Google Shape;42;p6"/>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able" type="tbl">
  <p:cSld name="TABLE">
    <p:spTree>
      <p:nvGrpSpPr>
        <p:cNvPr id="1" name="Shape 50"/>
        <p:cNvGrpSpPr/>
        <p:nvPr/>
      </p:nvGrpSpPr>
      <p:grpSpPr>
        <a:xfrm>
          <a:off x="0" y="0"/>
          <a:ext cx="0" cy="0"/>
          <a:chOff x="0" y="0"/>
          <a:chExt cx="0" cy="0"/>
        </a:xfrm>
      </p:grpSpPr>
      <p:sp>
        <p:nvSpPr>
          <p:cNvPr id="51" name="Google Shape;51;p8"/>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2" name="Google Shape;52;p8"/>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Diagram or Organization Chart" type="dgm">
  <p:cSld name="DIAGRAM">
    <p:spTree>
      <p:nvGrpSpPr>
        <p:cNvPr id="1" name="Shape 55"/>
        <p:cNvGrpSpPr/>
        <p:nvPr/>
      </p:nvGrpSpPr>
      <p:grpSpPr>
        <a:xfrm>
          <a:off x="0" y="0"/>
          <a:ext cx="0" cy="0"/>
          <a:chOff x="0" y="0"/>
          <a:chExt cx="0" cy="0"/>
        </a:xfrm>
      </p:grpSpPr>
      <p:sp>
        <p:nvSpPr>
          <p:cNvPr id="56" name="Google Shape;56;p9"/>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7" name="Google Shape;57;p9"/>
          <p:cNvSpPr>
            <a:spLocks noGrp="1"/>
          </p:cNvSpPr>
          <p:nvPr>
            <p:ph type="dgm" idx="2"/>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dk1"/>
              </a:buClr>
              <a:buSzPts val="3200"/>
              <a:buFont typeface="Tahoma"/>
              <a:buChar char="•"/>
              <a:defRPr sz="3200">
                <a:solidFill>
                  <a:schemeClr val="dk1"/>
                </a:solidFill>
                <a:latin typeface="Tahoma"/>
                <a:ea typeface="Tahoma"/>
                <a:cs typeface="Tahoma"/>
                <a:sym typeface="Tahoma"/>
              </a:defRPr>
            </a:lvl1pPr>
            <a:lvl2pPr marR="0" lvl="1" algn="l" rtl="0">
              <a:spcBef>
                <a:spcPts val="560"/>
              </a:spcBef>
              <a:spcAft>
                <a:spcPts val="0"/>
              </a:spcAft>
              <a:buClr>
                <a:schemeClr val="dk1"/>
              </a:buClr>
              <a:buSzPts val="2800"/>
              <a:buFont typeface="Tahoma"/>
              <a:buChar char="–"/>
              <a:defRPr sz="2800" b="0" i="0" u="none" strike="noStrike" cap="none">
                <a:solidFill>
                  <a:schemeClr val="dk1"/>
                </a:solidFill>
                <a:latin typeface="Tahoma"/>
                <a:ea typeface="Tahoma"/>
                <a:cs typeface="Tahoma"/>
                <a:sym typeface="Tahoma"/>
              </a:defRPr>
            </a:lvl2pPr>
            <a:lvl3pPr marR="0" lvl="2" algn="l" rtl="0">
              <a:spcBef>
                <a:spcPts val="480"/>
              </a:spcBef>
              <a:spcAft>
                <a:spcPts val="0"/>
              </a:spcAft>
              <a:buClr>
                <a:schemeClr val="dk1"/>
              </a:buClr>
              <a:buSzPts val="2400"/>
              <a:buFont typeface="Tahoma"/>
              <a:buChar char="•"/>
              <a:defRPr sz="2400" b="0" i="0" u="none" strike="noStrike" cap="none">
                <a:solidFill>
                  <a:schemeClr val="dk1"/>
                </a:solidFill>
                <a:latin typeface="Tahoma"/>
                <a:ea typeface="Tahoma"/>
                <a:cs typeface="Tahoma"/>
                <a:sym typeface="Tahoma"/>
              </a:defRPr>
            </a:lvl3pPr>
            <a:lvl4pPr marR="0" lvl="3" algn="l" rtl="0">
              <a:spcBef>
                <a:spcPts val="400"/>
              </a:spcBef>
              <a:spcAft>
                <a:spcPts val="0"/>
              </a:spcAft>
              <a:buClr>
                <a:schemeClr val="dk1"/>
              </a:buClr>
              <a:buSzPts val="2000"/>
              <a:buFont typeface="Tahoma"/>
              <a:buChar char="–"/>
              <a:defRPr sz="2000" b="0" i="0" u="none" strike="noStrike" cap="none">
                <a:solidFill>
                  <a:schemeClr val="dk1"/>
                </a:solidFill>
                <a:latin typeface="Tahoma"/>
                <a:ea typeface="Tahoma"/>
                <a:cs typeface="Tahoma"/>
                <a:sym typeface="Tahoma"/>
              </a:defRPr>
            </a:lvl4pPr>
            <a:lvl5pPr marR="0" lvl="4" algn="l" rtl="0">
              <a:spcBef>
                <a:spcPts val="400"/>
              </a:spcBef>
              <a:spcAft>
                <a:spcPts val="0"/>
              </a:spcAft>
              <a:buClr>
                <a:schemeClr val="dk1"/>
              </a:buClr>
              <a:buSzPts val="2000"/>
              <a:buFont typeface="Tahoma"/>
              <a:buChar char="»"/>
              <a:defRPr sz="2000" b="0" i="0" u="none" strike="noStrike" cap="none">
                <a:solidFill>
                  <a:schemeClr val="dk1"/>
                </a:solidFill>
                <a:latin typeface="Tahoma"/>
                <a:ea typeface="Tahoma"/>
                <a:cs typeface="Tahoma"/>
                <a:sym typeface="Tahoma"/>
              </a:defRPr>
            </a:lvl5pPr>
            <a:lvl6pPr marR="0" lvl="5" algn="l" rtl="0">
              <a:spcBef>
                <a:spcPts val="400"/>
              </a:spcBef>
              <a:spcAft>
                <a:spcPts val="0"/>
              </a:spcAft>
              <a:buClr>
                <a:schemeClr val="dk1"/>
              </a:buClr>
              <a:buSzPts val="2000"/>
              <a:buFont typeface="Tahoma"/>
              <a:buChar char="»"/>
              <a:defRPr sz="2000" b="0" i="0" u="none" strike="noStrike" cap="none">
                <a:solidFill>
                  <a:schemeClr val="dk1"/>
                </a:solidFill>
                <a:latin typeface="Tahoma"/>
                <a:ea typeface="Tahoma"/>
                <a:cs typeface="Tahoma"/>
                <a:sym typeface="Tahoma"/>
              </a:defRPr>
            </a:lvl6pPr>
            <a:lvl7pPr marR="0" lvl="6" algn="l" rtl="0">
              <a:spcBef>
                <a:spcPts val="400"/>
              </a:spcBef>
              <a:spcAft>
                <a:spcPts val="0"/>
              </a:spcAft>
              <a:buClr>
                <a:schemeClr val="dk1"/>
              </a:buClr>
              <a:buSzPts val="2000"/>
              <a:buFont typeface="Tahoma"/>
              <a:buChar char="»"/>
              <a:defRPr sz="2000" b="0" i="0" u="none" strike="noStrike" cap="none">
                <a:solidFill>
                  <a:schemeClr val="dk1"/>
                </a:solidFill>
                <a:latin typeface="Tahoma"/>
                <a:ea typeface="Tahoma"/>
                <a:cs typeface="Tahoma"/>
                <a:sym typeface="Tahoma"/>
              </a:defRPr>
            </a:lvl7pPr>
            <a:lvl8pPr marR="0" lvl="7" algn="l" rtl="0">
              <a:spcBef>
                <a:spcPts val="400"/>
              </a:spcBef>
              <a:spcAft>
                <a:spcPts val="0"/>
              </a:spcAft>
              <a:buClr>
                <a:schemeClr val="dk1"/>
              </a:buClr>
              <a:buSzPts val="2000"/>
              <a:buFont typeface="Tahoma"/>
              <a:buChar char="»"/>
              <a:defRPr sz="2000" b="0" i="0" u="none" strike="noStrike" cap="none">
                <a:solidFill>
                  <a:schemeClr val="dk1"/>
                </a:solidFill>
                <a:latin typeface="Tahoma"/>
                <a:ea typeface="Tahoma"/>
                <a:cs typeface="Tahoma"/>
                <a:sym typeface="Tahoma"/>
              </a:defRPr>
            </a:lvl8pPr>
            <a:lvl9pPr marR="0" lvl="8" algn="l" rtl="0">
              <a:spcBef>
                <a:spcPts val="400"/>
              </a:spcBef>
              <a:spcAft>
                <a:spcPts val="0"/>
              </a:spcAft>
              <a:buClr>
                <a:schemeClr val="dk1"/>
              </a:buClr>
              <a:buSzPts val="2000"/>
              <a:buFont typeface="Tahoma"/>
              <a:buChar char="»"/>
              <a:defRPr sz="2000" b="0" i="0" u="none" strike="noStrike" cap="none">
                <a:solidFill>
                  <a:schemeClr val="dk1"/>
                </a:solidFill>
                <a:latin typeface="Tahoma"/>
                <a:ea typeface="Tahoma"/>
                <a:cs typeface="Tahoma"/>
                <a:sym typeface="Tahoma"/>
              </a:defRPr>
            </a:lvl9pPr>
          </a:lstStyle>
          <a:p>
            <a:endParaRPr/>
          </a:p>
        </p:txBody>
      </p:sp>
      <p:sp>
        <p:nvSpPr>
          <p:cNvPr id="58" name="Google Shape;58;p9"/>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Text, and 2 Content" type="txAndTwoObj">
  <p:cSld name="TEXT_AND_TWO_OBJECTS">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3" name="Google Shape;63;p10"/>
          <p:cNvSpPr txBox="1">
            <a:spLocks noGrp="1"/>
          </p:cNvSpPr>
          <p:nvPr>
            <p:ph type="body" idx="1"/>
          </p:nvPr>
        </p:nvSpPr>
        <p:spPr>
          <a:xfrm>
            <a:off x="685800" y="1981200"/>
            <a:ext cx="38100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4" name="Google Shape;64;p10"/>
          <p:cNvSpPr txBox="1">
            <a:spLocks noGrp="1"/>
          </p:cNvSpPr>
          <p:nvPr>
            <p:ph type="body" idx="2"/>
          </p:nvPr>
        </p:nvSpPr>
        <p:spPr>
          <a:xfrm>
            <a:off x="4648200" y="1981200"/>
            <a:ext cx="3810000" cy="1981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5" name="Google Shape;65;p10"/>
          <p:cNvSpPr txBox="1">
            <a:spLocks noGrp="1"/>
          </p:cNvSpPr>
          <p:nvPr>
            <p:ph type="body" idx="3"/>
          </p:nvPr>
        </p:nvSpPr>
        <p:spPr>
          <a:xfrm>
            <a:off x="4648200" y="4114800"/>
            <a:ext cx="3810000" cy="1981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6" name="Google Shape;66;p10"/>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0"/>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9"/>
        <p:cNvGrpSpPr/>
        <p:nvPr/>
      </p:nvGrpSpPr>
      <p:grpSpPr>
        <a:xfrm>
          <a:off x="0" y="0"/>
          <a:ext cx="0" cy="0"/>
          <a:chOff x="0" y="0"/>
          <a:chExt cx="0" cy="0"/>
        </a:xfrm>
      </p:grpSpPr>
      <p:sp>
        <p:nvSpPr>
          <p:cNvPr id="70" name="Google Shape;70;p11"/>
          <p:cNvSpPr txBox="1">
            <a:spLocks noGrp="1"/>
          </p:cNvSpPr>
          <p:nvPr>
            <p:ph type="title"/>
          </p:nvPr>
        </p:nvSpPr>
        <p:spPr>
          <a:xfrm rot="5400000">
            <a:off x="4743450" y="2381250"/>
            <a:ext cx="5486400" cy="1943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1" name="Google Shape;71;p11"/>
          <p:cNvSpPr txBox="1">
            <a:spLocks noGrp="1"/>
          </p:cNvSpPr>
          <p:nvPr>
            <p:ph type="body" idx="1"/>
          </p:nvPr>
        </p:nvSpPr>
        <p:spPr>
          <a:xfrm rot="5400000">
            <a:off x="781050" y="514350"/>
            <a:ext cx="5486400" cy="56769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2" name="Google Shape;72;p11"/>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5"/>
        <p:cNvGrpSpPr/>
        <p:nvPr/>
      </p:nvGrpSpPr>
      <p:grpSpPr>
        <a:xfrm>
          <a:off x="0" y="0"/>
          <a:ext cx="0" cy="0"/>
          <a:chOff x="0" y="0"/>
          <a:chExt cx="0" cy="0"/>
        </a:xfrm>
      </p:grpSpPr>
      <p:sp>
        <p:nvSpPr>
          <p:cNvPr id="76" name="Google Shape;76;p12"/>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7" name="Google Shape;77;p12"/>
          <p:cNvSpPr txBox="1">
            <a:spLocks noGrp="1"/>
          </p:cNvSpPr>
          <p:nvPr>
            <p:ph type="body" idx="1"/>
          </p:nvPr>
        </p:nvSpPr>
        <p:spPr>
          <a:xfrm rot="5400000">
            <a:off x="2514600" y="152400"/>
            <a:ext cx="4114800" cy="77724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8" name="Google Shape;78;p12"/>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1"/>
        <p:cNvGrpSpPr/>
        <p:nvPr/>
      </p:nvGrpSpPr>
      <p:grpSpPr>
        <a:xfrm>
          <a:off x="0" y="0"/>
          <a:ext cx="0" cy="0"/>
          <a:chOff x="0" y="0"/>
          <a:chExt cx="0" cy="0"/>
        </a:xfrm>
      </p:grpSpPr>
      <p:sp>
        <p:nvSpPr>
          <p:cNvPr id="82" name="Google Shape;82;p13"/>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3" name="Google Shape;83;p13"/>
          <p:cNvSpPr>
            <a:spLocks noGrp="1"/>
          </p:cNvSpPr>
          <p:nvPr>
            <p:ph type="pic" idx="2"/>
          </p:nvPr>
        </p:nvSpPr>
        <p:spPr>
          <a:xfrm>
            <a:off x="1792288" y="612775"/>
            <a:ext cx="5486400" cy="4114800"/>
          </a:xfrm>
          <a:prstGeom prst="rect">
            <a:avLst/>
          </a:prstGeom>
          <a:noFill/>
          <a:ln>
            <a:noFill/>
          </a:ln>
        </p:spPr>
      </p:sp>
      <p:sp>
        <p:nvSpPr>
          <p:cNvPr id="84" name="Google Shape;84;p13"/>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Tahoma"/>
              <a:buNone/>
              <a:defRPr sz="1400"/>
            </a:lvl1pPr>
            <a:lvl2pPr marL="914400" lvl="1" indent="-228600" algn="l">
              <a:spcBef>
                <a:spcPts val="240"/>
              </a:spcBef>
              <a:spcAft>
                <a:spcPts val="0"/>
              </a:spcAft>
              <a:buClr>
                <a:schemeClr val="dk1"/>
              </a:buClr>
              <a:buSzPts val="1200"/>
              <a:buFont typeface="Tahoma"/>
              <a:buNone/>
              <a:defRPr sz="1200"/>
            </a:lvl2pPr>
            <a:lvl3pPr marL="1371600" lvl="2" indent="-228600" algn="l">
              <a:spcBef>
                <a:spcPts val="200"/>
              </a:spcBef>
              <a:spcAft>
                <a:spcPts val="0"/>
              </a:spcAft>
              <a:buClr>
                <a:schemeClr val="dk1"/>
              </a:buClr>
              <a:buSzPts val="1000"/>
              <a:buFont typeface="Tahoma"/>
              <a:buNone/>
              <a:defRPr sz="1000"/>
            </a:lvl3pPr>
            <a:lvl4pPr marL="1828800" lvl="3" indent="-228600" algn="l">
              <a:spcBef>
                <a:spcPts val="180"/>
              </a:spcBef>
              <a:spcAft>
                <a:spcPts val="0"/>
              </a:spcAft>
              <a:buClr>
                <a:schemeClr val="dk1"/>
              </a:buClr>
              <a:buSzPts val="900"/>
              <a:buFont typeface="Tahoma"/>
              <a:buNone/>
              <a:defRPr sz="900"/>
            </a:lvl4pPr>
            <a:lvl5pPr marL="2286000" lvl="4" indent="-228600" algn="l">
              <a:spcBef>
                <a:spcPts val="180"/>
              </a:spcBef>
              <a:spcAft>
                <a:spcPts val="0"/>
              </a:spcAft>
              <a:buClr>
                <a:schemeClr val="dk1"/>
              </a:buClr>
              <a:buSzPts val="900"/>
              <a:buFont typeface="Tahoma"/>
              <a:buNone/>
              <a:defRPr sz="900"/>
            </a:lvl5pPr>
            <a:lvl6pPr marL="2743200" lvl="5" indent="-228600" algn="l">
              <a:spcBef>
                <a:spcPts val="180"/>
              </a:spcBef>
              <a:spcAft>
                <a:spcPts val="0"/>
              </a:spcAft>
              <a:buClr>
                <a:schemeClr val="dk1"/>
              </a:buClr>
              <a:buSzPts val="900"/>
              <a:buFont typeface="Tahoma"/>
              <a:buNone/>
              <a:defRPr sz="900"/>
            </a:lvl6pPr>
            <a:lvl7pPr marL="3200400" lvl="6" indent="-228600" algn="l">
              <a:spcBef>
                <a:spcPts val="180"/>
              </a:spcBef>
              <a:spcAft>
                <a:spcPts val="0"/>
              </a:spcAft>
              <a:buClr>
                <a:schemeClr val="dk1"/>
              </a:buClr>
              <a:buSzPts val="900"/>
              <a:buFont typeface="Tahoma"/>
              <a:buNone/>
              <a:defRPr sz="900"/>
            </a:lvl7pPr>
            <a:lvl8pPr marL="3657600" lvl="7" indent="-228600" algn="l">
              <a:spcBef>
                <a:spcPts val="180"/>
              </a:spcBef>
              <a:spcAft>
                <a:spcPts val="0"/>
              </a:spcAft>
              <a:buClr>
                <a:schemeClr val="dk1"/>
              </a:buClr>
              <a:buSzPts val="900"/>
              <a:buFont typeface="Tahoma"/>
              <a:buNone/>
              <a:defRPr sz="900"/>
            </a:lvl8pPr>
            <a:lvl9pPr marL="4114800" lvl="8" indent="-228600" algn="l">
              <a:spcBef>
                <a:spcPts val="180"/>
              </a:spcBef>
              <a:spcAft>
                <a:spcPts val="0"/>
              </a:spcAft>
              <a:buClr>
                <a:schemeClr val="dk1"/>
              </a:buClr>
              <a:buSzPts val="900"/>
              <a:buFont typeface="Tahoma"/>
              <a:buNone/>
              <a:defRPr sz="900"/>
            </a:lvl9pPr>
          </a:lstStyle>
          <a:p>
            <a:endParaRPr/>
          </a:p>
        </p:txBody>
      </p:sp>
      <p:sp>
        <p:nvSpPr>
          <p:cNvPr id="85" name="Google Shape;85;p13"/>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3"/>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3"/>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8"/>
        <p:cNvGrpSpPr/>
        <p:nvPr/>
      </p:nvGrpSpPr>
      <p:grpSpPr>
        <a:xfrm>
          <a:off x="0" y="0"/>
          <a:ext cx="0" cy="0"/>
          <a:chOff x="0" y="0"/>
          <a:chExt cx="0" cy="0"/>
        </a:xfrm>
      </p:grpSpPr>
      <p:sp>
        <p:nvSpPr>
          <p:cNvPr id="89" name="Google Shape;89;p1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0" name="Google Shape;90;p1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Font typeface="Tahoma"/>
              <a:buChar char="•"/>
              <a:defRPr sz="3200"/>
            </a:lvl1pPr>
            <a:lvl2pPr marL="914400" lvl="1" indent="-406400" algn="l">
              <a:spcBef>
                <a:spcPts val="560"/>
              </a:spcBef>
              <a:spcAft>
                <a:spcPts val="0"/>
              </a:spcAft>
              <a:buClr>
                <a:schemeClr val="dk1"/>
              </a:buClr>
              <a:buSzPts val="2800"/>
              <a:buFont typeface="Tahoma"/>
              <a:buChar char="–"/>
              <a:defRPr sz="2800"/>
            </a:lvl2pPr>
            <a:lvl3pPr marL="1371600" lvl="2" indent="-381000" algn="l">
              <a:spcBef>
                <a:spcPts val="480"/>
              </a:spcBef>
              <a:spcAft>
                <a:spcPts val="0"/>
              </a:spcAft>
              <a:buClr>
                <a:schemeClr val="dk1"/>
              </a:buClr>
              <a:buSzPts val="2400"/>
              <a:buFont typeface="Tahoma"/>
              <a:buChar char="•"/>
              <a:defRPr sz="2400"/>
            </a:lvl3pPr>
            <a:lvl4pPr marL="1828800" lvl="3" indent="-355600" algn="l">
              <a:spcBef>
                <a:spcPts val="400"/>
              </a:spcBef>
              <a:spcAft>
                <a:spcPts val="0"/>
              </a:spcAft>
              <a:buClr>
                <a:schemeClr val="dk1"/>
              </a:buClr>
              <a:buSzPts val="2000"/>
              <a:buFont typeface="Tahoma"/>
              <a:buChar char="–"/>
              <a:defRPr sz="2000"/>
            </a:lvl4pPr>
            <a:lvl5pPr marL="2286000" lvl="4" indent="-355600" algn="l">
              <a:spcBef>
                <a:spcPts val="400"/>
              </a:spcBef>
              <a:spcAft>
                <a:spcPts val="0"/>
              </a:spcAft>
              <a:buClr>
                <a:schemeClr val="dk1"/>
              </a:buClr>
              <a:buSzPts val="2000"/>
              <a:buFont typeface="Tahoma"/>
              <a:buChar char="»"/>
              <a:defRPr sz="2000"/>
            </a:lvl5pPr>
            <a:lvl6pPr marL="2743200" lvl="5" indent="-355600" algn="l">
              <a:spcBef>
                <a:spcPts val="400"/>
              </a:spcBef>
              <a:spcAft>
                <a:spcPts val="0"/>
              </a:spcAft>
              <a:buClr>
                <a:schemeClr val="dk1"/>
              </a:buClr>
              <a:buSzPts val="2000"/>
              <a:buFont typeface="Tahoma"/>
              <a:buChar char="»"/>
              <a:defRPr sz="2000"/>
            </a:lvl6pPr>
            <a:lvl7pPr marL="3200400" lvl="6" indent="-355600" algn="l">
              <a:spcBef>
                <a:spcPts val="400"/>
              </a:spcBef>
              <a:spcAft>
                <a:spcPts val="0"/>
              </a:spcAft>
              <a:buClr>
                <a:schemeClr val="dk1"/>
              </a:buClr>
              <a:buSzPts val="2000"/>
              <a:buFont typeface="Tahoma"/>
              <a:buChar char="»"/>
              <a:defRPr sz="2000"/>
            </a:lvl7pPr>
            <a:lvl8pPr marL="3657600" lvl="7" indent="-355600" algn="l">
              <a:spcBef>
                <a:spcPts val="400"/>
              </a:spcBef>
              <a:spcAft>
                <a:spcPts val="0"/>
              </a:spcAft>
              <a:buClr>
                <a:schemeClr val="dk1"/>
              </a:buClr>
              <a:buSzPts val="2000"/>
              <a:buFont typeface="Tahoma"/>
              <a:buChar char="»"/>
              <a:defRPr sz="2000"/>
            </a:lvl8pPr>
            <a:lvl9pPr marL="4114800" lvl="8" indent="-355600" algn="l">
              <a:spcBef>
                <a:spcPts val="400"/>
              </a:spcBef>
              <a:spcAft>
                <a:spcPts val="0"/>
              </a:spcAft>
              <a:buClr>
                <a:schemeClr val="dk1"/>
              </a:buClr>
              <a:buSzPts val="2000"/>
              <a:buFont typeface="Tahoma"/>
              <a:buChar char="»"/>
              <a:defRPr sz="2000"/>
            </a:lvl9pPr>
          </a:lstStyle>
          <a:p>
            <a:endParaRPr/>
          </a:p>
        </p:txBody>
      </p:sp>
      <p:sp>
        <p:nvSpPr>
          <p:cNvPr id="91" name="Google Shape;91;p1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Tahoma"/>
              <a:buNone/>
              <a:defRPr sz="1400"/>
            </a:lvl1pPr>
            <a:lvl2pPr marL="914400" lvl="1" indent="-228600" algn="l">
              <a:spcBef>
                <a:spcPts val="240"/>
              </a:spcBef>
              <a:spcAft>
                <a:spcPts val="0"/>
              </a:spcAft>
              <a:buClr>
                <a:schemeClr val="dk1"/>
              </a:buClr>
              <a:buSzPts val="1200"/>
              <a:buFont typeface="Tahoma"/>
              <a:buNone/>
              <a:defRPr sz="1200"/>
            </a:lvl2pPr>
            <a:lvl3pPr marL="1371600" lvl="2" indent="-228600" algn="l">
              <a:spcBef>
                <a:spcPts val="200"/>
              </a:spcBef>
              <a:spcAft>
                <a:spcPts val="0"/>
              </a:spcAft>
              <a:buClr>
                <a:schemeClr val="dk1"/>
              </a:buClr>
              <a:buSzPts val="1000"/>
              <a:buFont typeface="Tahoma"/>
              <a:buNone/>
              <a:defRPr sz="1000"/>
            </a:lvl3pPr>
            <a:lvl4pPr marL="1828800" lvl="3" indent="-228600" algn="l">
              <a:spcBef>
                <a:spcPts val="180"/>
              </a:spcBef>
              <a:spcAft>
                <a:spcPts val="0"/>
              </a:spcAft>
              <a:buClr>
                <a:schemeClr val="dk1"/>
              </a:buClr>
              <a:buSzPts val="900"/>
              <a:buFont typeface="Tahoma"/>
              <a:buNone/>
              <a:defRPr sz="900"/>
            </a:lvl4pPr>
            <a:lvl5pPr marL="2286000" lvl="4" indent="-228600" algn="l">
              <a:spcBef>
                <a:spcPts val="180"/>
              </a:spcBef>
              <a:spcAft>
                <a:spcPts val="0"/>
              </a:spcAft>
              <a:buClr>
                <a:schemeClr val="dk1"/>
              </a:buClr>
              <a:buSzPts val="900"/>
              <a:buFont typeface="Tahoma"/>
              <a:buNone/>
              <a:defRPr sz="900"/>
            </a:lvl5pPr>
            <a:lvl6pPr marL="2743200" lvl="5" indent="-228600" algn="l">
              <a:spcBef>
                <a:spcPts val="180"/>
              </a:spcBef>
              <a:spcAft>
                <a:spcPts val="0"/>
              </a:spcAft>
              <a:buClr>
                <a:schemeClr val="dk1"/>
              </a:buClr>
              <a:buSzPts val="900"/>
              <a:buFont typeface="Tahoma"/>
              <a:buNone/>
              <a:defRPr sz="900"/>
            </a:lvl6pPr>
            <a:lvl7pPr marL="3200400" lvl="6" indent="-228600" algn="l">
              <a:spcBef>
                <a:spcPts val="180"/>
              </a:spcBef>
              <a:spcAft>
                <a:spcPts val="0"/>
              </a:spcAft>
              <a:buClr>
                <a:schemeClr val="dk1"/>
              </a:buClr>
              <a:buSzPts val="900"/>
              <a:buFont typeface="Tahoma"/>
              <a:buNone/>
              <a:defRPr sz="900"/>
            </a:lvl7pPr>
            <a:lvl8pPr marL="3657600" lvl="7" indent="-228600" algn="l">
              <a:spcBef>
                <a:spcPts val="180"/>
              </a:spcBef>
              <a:spcAft>
                <a:spcPts val="0"/>
              </a:spcAft>
              <a:buClr>
                <a:schemeClr val="dk1"/>
              </a:buClr>
              <a:buSzPts val="900"/>
              <a:buFont typeface="Tahoma"/>
              <a:buNone/>
              <a:defRPr sz="900"/>
            </a:lvl8pPr>
            <a:lvl9pPr marL="4114800" lvl="8" indent="-228600" algn="l">
              <a:spcBef>
                <a:spcPts val="180"/>
              </a:spcBef>
              <a:spcAft>
                <a:spcPts val="0"/>
              </a:spcAft>
              <a:buClr>
                <a:schemeClr val="dk1"/>
              </a:buClr>
              <a:buSzPts val="900"/>
              <a:buFont typeface="Tahoma"/>
              <a:buNone/>
              <a:defRPr sz="900"/>
            </a:lvl9pPr>
          </a:lstStyle>
          <a:p>
            <a:endParaRPr/>
          </a:p>
        </p:txBody>
      </p:sp>
      <p:sp>
        <p:nvSpPr>
          <p:cNvPr id="92" name="Google Shape;92;p14"/>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4"/>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14"/>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5"/>
        <p:cNvGrpSpPr/>
        <p:nvPr/>
      </p:nvGrpSpPr>
      <p:grpSpPr>
        <a:xfrm>
          <a:off x="0" y="0"/>
          <a:ext cx="0" cy="0"/>
          <a:chOff x="0" y="0"/>
          <a:chExt cx="0" cy="0"/>
        </a:xfrm>
      </p:grpSpPr>
      <p:sp>
        <p:nvSpPr>
          <p:cNvPr id="96" name="Google Shape;96;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7" name="Google Shape;97;p1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Tahoma"/>
              <a:buNone/>
              <a:defRPr sz="2400" b="1"/>
            </a:lvl1pPr>
            <a:lvl2pPr marL="914400" lvl="1" indent="-228600" algn="l">
              <a:spcBef>
                <a:spcPts val="400"/>
              </a:spcBef>
              <a:spcAft>
                <a:spcPts val="0"/>
              </a:spcAft>
              <a:buClr>
                <a:schemeClr val="dk1"/>
              </a:buClr>
              <a:buSzPts val="2000"/>
              <a:buFont typeface="Tahoma"/>
              <a:buNone/>
              <a:defRPr sz="2000" b="1"/>
            </a:lvl2pPr>
            <a:lvl3pPr marL="1371600" lvl="2" indent="-228600" algn="l">
              <a:spcBef>
                <a:spcPts val="360"/>
              </a:spcBef>
              <a:spcAft>
                <a:spcPts val="0"/>
              </a:spcAft>
              <a:buClr>
                <a:schemeClr val="dk1"/>
              </a:buClr>
              <a:buSzPts val="1800"/>
              <a:buFont typeface="Tahoma"/>
              <a:buNone/>
              <a:defRPr sz="1800" b="1"/>
            </a:lvl3pPr>
            <a:lvl4pPr marL="1828800" lvl="3" indent="-228600" algn="l">
              <a:spcBef>
                <a:spcPts val="320"/>
              </a:spcBef>
              <a:spcAft>
                <a:spcPts val="0"/>
              </a:spcAft>
              <a:buClr>
                <a:schemeClr val="dk1"/>
              </a:buClr>
              <a:buSzPts val="1600"/>
              <a:buFont typeface="Tahoma"/>
              <a:buNone/>
              <a:defRPr sz="1600" b="1"/>
            </a:lvl4pPr>
            <a:lvl5pPr marL="2286000" lvl="4" indent="-228600" algn="l">
              <a:spcBef>
                <a:spcPts val="320"/>
              </a:spcBef>
              <a:spcAft>
                <a:spcPts val="0"/>
              </a:spcAft>
              <a:buClr>
                <a:schemeClr val="dk1"/>
              </a:buClr>
              <a:buSzPts val="1600"/>
              <a:buFont typeface="Tahoma"/>
              <a:buNone/>
              <a:defRPr sz="1600" b="1"/>
            </a:lvl5pPr>
            <a:lvl6pPr marL="2743200" lvl="5" indent="-228600" algn="l">
              <a:spcBef>
                <a:spcPts val="320"/>
              </a:spcBef>
              <a:spcAft>
                <a:spcPts val="0"/>
              </a:spcAft>
              <a:buClr>
                <a:schemeClr val="dk1"/>
              </a:buClr>
              <a:buSzPts val="1600"/>
              <a:buFont typeface="Tahoma"/>
              <a:buNone/>
              <a:defRPr sz="1600" b="1"/>
            </a:lvl6pPr>
            <a:lvl7pPr marL="3200400" lvl="6" indent="-228600" algn="l">
              <a:spcBef>
                <a:spcPts val="320"/>
              </a:spcBef>
              <a:spcAft>
                <a:spcPts val="0"/>
              </a:spcAft>
              <a:buClr>
                <a:schemeClr val="dk1"/>
              </a:buClr>
              <a:buSzPts val="1600"/>
              <a:buFont typeface="Tahoma"/>
              <a:buNone/>
              <a:defRPr sz="1600" b="1"/>
            </a:lvl7pPr>
            <a:lvl8pPr marL="3657600" lvl="7" indent="-228600" algn="l">
              <a:spcBef>
                <a:spcPts val="320"/>
              </a:spcBef>
              <a:spcAft>
                <a:spcPts val="0"/>
              </a:spcAft>
              <a:buClr>
                <a:schemeClr val="dk1"/>
              </a:buClr>
              <a:buSzPts val="1600"/>
              <a:buFont typeface="Tahoma"/>
              <a:buNone/>
              <a:defRPr sz="1600" b="1"/>
            </a:lvl8pPr>
            <a:lvl9pPr marL="4114800" lvl="8" indent="-228600" algn="l">
              <a:spcBef>
                <a:spcPts val="320"/>
              </a:spcBef>
              <a:spcAft>
                <a:spcPts val="0"/>
              </a:spcAft>
              <a:buClr>
                <a:schemeClr val="dk1"/>
              </a:buClr>
              <a:buSzPts val="1600"/>
              <a:buFont typeface="Tahoma"/>
              <a:buNone/>
              <a:defRPr sz="1600" b="1"/>
            </a:lvl9pPr>
          </a:lstStyle>
          <a:p>
            <a:endParaRPr/>
          </a:p>
        </p:txBody>
      </p:sp>
      <p:sp>
        <p:nvSpPr>
          <p:cNvPr id="98" name="Google Shape;98;p1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Font typeface="Tahoma"/>
              <a:buChar char="•"/>
              <a:defRPr sz="2400"/>
            </a:lvl1pPr>
            <a:lvl2pPr marL="914400" lvl="1" indent="-355600" algn="l">
              <a:spcBef>
                <a:spcPts val="400"/>
              </a:spcBef>
              <a:spcAft>
                <a:spcPts val="0"/>
              </a:spcAft>
              <a:buClr>
                <a:schemeClr val="dk1"/>
              </a:buClr>
              <a:buSzPts val="2000"/>
              <a:buFont typeface="Tahoma"/>
              <a:buChar char="–"/>
              <a:defRPr sz="2000"/>
            </a:lvl2pPr>
            <a:lvl3pPr marL="1371600" lvl="2" indent="-342900" algn="l">
              <a:spcBef>
                <a:spcPts val="360"/>
              </a:spcBef>
              <a:spcAft>
                <a:spcPts val="0"/>
              </a:spcAft>
              <a:buClr>
                <a:schemeClr val="dk1"/>
              </a:buClr>
              <a:buSzPts val="1800"/>
              <a:buFont typeface="Tahoma"/>
              <a:buChar char="•"/>
              <a:defRPr sz="1800"/>
            </a:lvl3pPr>
            <a:lvl4pPr marL="1828800" lvl="3" indent="-330200" algn="l">
              <a:spcBef>
                <a:spcPts val="320"/>
              </a:spcBef>
              <a:spcAft>
                <a:spcPts val="0"/>
              </a:spcAft>
              <a:buClr>
                <a:schemeClr val="dk1"/>
              </a:buClr>
              <a:buSzPts val="1600"/>
              <a:buFont typeface="Tahoma"/>
              <a:buChar char="–"/>
              <a:defRPr sz="1600"/>
            </a:lvl4pPr>
            <a:lvl5pPr marL="2286000" lvl="4" indent="-330200" algn="l">
              <a:spcBef>
                <a:spcPts val="320"/>
              </a:spcBef>
              <a:spcAft>
                <a:spcPts val="0"/>
              </a:spcAft>
              <a:buClr>
                <a:schemeClr val="dk1"/>
              </a:buClr>
              <a:buSzPts val="1600"/>
              <a:buFont typeface="Tahoma"/>
              <a:buChar char="»"/>
              <a:defRPr sz="1600"/>
            </a:lvl5pPr>
            <a:lvl6pPr marL="2743200" lvl="5" indent="-330200" algn="l">
              <a:spcBef>
                <a:spcPts val="320"/>
              </a:spcBef>
              <a:spcAft>
                <a:spcPts val="0"/>
              </a:spcAft>
              <a:buClr>
                <a:schemeClr val="dk1"/>
              </a:buClr>
              <a:buSzPts val="1600"/>
              <a:buFont typeface="Tahoma"/>
              <a:buChar char="»"/>
              <a:defRPr sz="1600"/>
            </a:lvl6pPr>
            <a:lvl7pPr marL="3200400" lvl="6" indent="-330200" algn="l">
              <a:spcBef>
                <a:spcPts val="320"/>
              </a:spcBef>
              <a:spcAft>
                <a:spcPts val="0"/>
              </a:spcAft>
              <a:buClr>
                <a:schemeClr val="dk1"/>
              </a:buClr>
              <a:buSzPts val="1600"/>
              <a:buFont typeface="Tahoma"/>
              <a:buChar char="»"/>
              <a:defRPr sz="1600"/>
            </a:lvl7pPr>
            <a:lvl8pPr marL="3657600" lvl="7" indent="-330200" algn="l">
              <a:spcBef>
                <a:spcPts val="320"/>
              </a:spcBef>
              <a:spcAft>
                <a:spcPts val="0"/>
              </a:spcAft>
              <a:buClr>
                <a:schemeClr val="dk1"/>
              </a:buClr>
              <a:buSzPts val="1600"/>
              <a:buFont typeface="Tahoma"/>
              <a:buChar char="»"/>
              <a:defRPr sz="1600"/>
            </a:lvl8pPr>
            <a:lvl9pPr marL="4114800" lvl="8" indent="-330200" algn="l">
              <a:spcBef>
                <a:spcPts val="320"/>
              </a:spcBef>
              <a:spcAft>
                <a:spcPts val="0"/>
              </a:spcAft>
              <a:buClr>
                <a:schemeClr val="dk1"/>
              </a:buClr>
              <a:buSzPts val="1600"/>
              <a:buFont typeface="Tahoma"/>
              <a:buChar char="»"/>
              <a:defRPr sz="1600"/>
            </a:lvl9pPr>
          </a:lstStyle>
          <a:p>
            <a:endParaRPr/>
          </a:p>
        </p:txBody>
      </p:sp>
      <p:sp>
        <p:nvSpPr>
          <p:cNvPr id="99" name="Google Shape;99;p1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Tahoma"/>
              <a:buNone/>
              <a:defRPr sz="2400" b="1"/>
            </a:lvl1pPr>
            <a:lvl2pPr marL="914400" lvl="1" indent="-228600" algn="l">
              <a:spcBef>
                <a:spcPts val="400"/>
              </a:spcBef>
              <a:spcAft>
                <a:spcPts val="0"/>
              </a:spcAft>
              <a:buClr>
                <a:schemeClr val="dk1"/>
              </a:buClr>
              <a:buSzPts val="2000"/>
              <a:buFont typeface="Tahoma"/>
              <a:buNone/>
              <a:defRPr sz="2000" b="1"/>
            </a:lvl2pPr>
            <a:lvl3pPr marL="1371600" lvl="2" indent="-228600" algn="l">
              <a:spcBef>
                <a:spcPts val="360"/>
              </a:spcBef>
              <a:spcAft>
                <a:spcPts val="0"/>
              </a:spcAft>
              <a:buClr>
                <a:schemeClr val="dk1"/>
              </a:buClr>
              <a:buSzPts val="1800"/>
              <a:buFont typeface="Tahoma"/>
              <a:buNone/>
              <a:defRPr sz="1800" b="1"/>
            </a:lvl3pPr>
            <a:lvl4pPr marL="1828800" lvl="3" indent="-228600" algn="l">
              <a:spcBef>
                <a:spcPts val="320"/>
              </a:spcBef>
              <a:spcAft>
                <a:spcPts val="0"/>
              </a:spcAft>
              <a:buClr>
                <a:schemeClr val="dk1"/>
              </a:buClr>
              <a:buSzPts val="1600"/>
              <a:buFont typeface="Tahoma"/>
              <a:buNone/>
              <a:defRPr sz="1600" b="1"/>
            </a:lvl4pPr>
            <a:lvl5pPr marL="2286000" lvl="4" indent="-228600" algn="l">
              <a:spcBef>
                <a:spcPts val="320"/>
              </a:spcBef>
              <a:spcAft>
                <a:spcPts val="0"/>
              </a:spcAft>
              <a:buClr>
                <a:schemeClr val="dk1"/>
              </a:buClr>
              <a:buSzPts val="1600"/>
              <a:buFont typeface="Tahoma"/>
              <a:buNone/>
              <a:defRPr sz="1600" b="1"/>
            </a:lvl5pPr>
            <a:lvl6pPr marL="2743200" lvl="5" indent="-228600" algn="l">
              <a:spcBef>
                <a:spcPts val="320"/>
              </a:spcBef>
              <a:spcAft>
                <a:spcPts val="0"/>
              </a:spcAft>
              <a:buClr>
                <a:schemeClr val="dk1"/>
              </a:buClr>
              <a:buSzPts val="1600"/>
              <a:buFont typeface="Tahoma"/>
              <a:buNone/>
              <a:defRPr sz="1600" b="1"/>
            </a:lvl6pPr>
            <a:lvl7pPr marL="3200400" lvl="6" indent="-228600" algn="l">
              <a:spcBef>
                <a:spcPts val="320"/>
              </a:spcBef>
              <a:spcAft>
                <a:spcPts val="0"/>
              </a:spcAft>
              <a:buClr>
                <a:schemeClr val="dk1"/>
              </a:buClr>
              <a:buSzPts val="1600"/>
              <a:buFont typeface="Tahoma"/>
              <a:buNone/>
              <a:defRPr sz="1600" b="1"/>
            </a:lvl7pPr>
            <a:lvl8pPr marL="3657600" lvl="7" indent="-228600" algn="l">
              <a:spcBef>
                <a:spcPts val="320"/>
              </a:spcBef>
              <a:spcAft>
                <a:spcPts val="0"/>
              </a:spcAft>
              <a:buClr>
                <a:schemeClr val="dk1"/>
              </a:buClr>
              <a:buSzPts val="1600"/>
              <a:buFont typeface="Tahoma"/>
              <a:buNone/>
              <a:defRPr sz="1600" b="1"/>
            </a:lvl8pPr>
            <a:lvl9pPr marL="4114800" lvl="8" indent="-228600" algn="l">
              <a:spcBef>
                <a:spcPts val="320"/>
              </a:spcBef>
              <a:spcAft>
                <a:spcPts val="0"/>
              </a:spcAft>
              <a:buClr>
                <a:schemeClr val="dk1"/>
              </a:buClr>
              <a:buSzPts val="1600"/>
              <a:buFont typeface="Tahoma"/>
              <a:buNone/>
              <a:defRPr sz="1600" b="1"/>
            </a:lvl9pPr>
          </a:lstStyle>
          <a:p>
            <a:endParaRPr/>
          </a:p>
        </p:txBody>
      </p:sp>
      <p:sp>
        <p:nvSpPr>
          <p:cNvPr id="100" name="Google Shape;100;p1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Font typeface="Tahoma"/>
              <a:buChar char="•"/>
              <a:defRPr sz="2400"/>
            </a:lvl1pPr>
            <a:lvl2pPr marL="914400" lvl="1" indent="-355600" algn="l">
              <a:spcBef>
                <a:spcPts val="400"/>
              </a:spcBef>
              <a:spcAft>
                <a:spcPts val="0"/>
              </a:spcAft>
              <a:buClr>
                <a:schemeClr val="dk1"/>
              </a:buClr>
              <a:buSzPts val="2000"/>
              <a:buFont typeface="Tahoma"/>
              <a:buChar char="–"/>
              <a:defRPr sz="2000"/>
            </a:lvl2pPr>
            <a:lvl3pPr marL="1371600" lvl="2" indent="-342900" algn="l">
              <a:spcBef>
                <a:spcPts val="360"/>
              </a:spcBef>
              <a:spcAft>
                <a:spcPts val="0"/>
              </a:spcAft>
              <a:buClr>
                <a:schemeClr val="dk1"/>
              </a:buClr>
              <a:buSzPts val="1800"/>
              <a:buFont typeface="Tahoma"/>
              <a:buChar char="•"/>
              <a:defRPr sz="1800"/>
            </a:lvl3pPr>
            <a:lvl4pPr marL="1828800" lvl="3" indent="-330200" algn="l">
              <a:spcBef>
                <a:spcPts val="320"/>
              </a:spcBef>
              <a:spcAft>
                <a:spcPts val="0"/>
              </a:spcAft>
              <a:buClr>
                <a:schemeClr val="dk1"/>
              </a:buClr>
              <a:buSzPts val="1600"/>
              <a:buFont typeface="Tahoma"/>
              <a:buChar char="–"/>
              <a:defRPr sz="1600"/>
            </a:lvl4pPr>
            <a:lvl5pPr marL="2286000" lvl="4" indent="-330200" algn="l">
              <a:spcBef>
                <a:spcPts val="320"/>
              </a:spcBef>
              <a:spcAft>
                <a:spcPts val="0"/>
              </a:spcAft>
              <a:buClr>
                <a:schemeClr val="dk1"/>
              </a:buClr>
              <a:buSzPts val="1600"/>
              <a:buFont typeface="Tahoma"/>
              <a:buChar char="»"/>
              <a:defRPr sz="1600"/>
            </a:lvl5pPr>
            <a:lvl6pPr marL="2743200" lvl="5" indent="-330200" algn="l">
              <a:spcBef>
                <a:spcPts val="320"/>
              </a:spcBef>
              <a:spcAft>
                <a:spcPts val="0"/>
              </a:spcAft>
              <a:buClr>
                <a:schemeClr val="dk1"/>
              </a:buClr>
              <a:buSzPts val="1600"/>
              <a:buFont typeface="Tahoma"/>
              <a:buChar char="»"/>
              <a:defRPr sz="1600"/>
            </a:lvl6pPr>
            <a:lvl7pPr marL="3200400" lvl="6" indent="-330200" algn="l">
              <a:spcBef>
                <a:spcPts val="320"/>
              </a:spcBef>
              <a:spcAft>
                <a:spcPts val="0"/>
              </a:spcAft>
              <a:buClr>
                <a:schemeClr val="dk1"/>
              </a:buClr>
              <a:buSzPts val="1600"/>
              <a:buFont typeface="Tahoma"/>
              <a:buChar char="»"/>
              <a:defRPr sz="1600"/>
            </a:lvl7pPr>
            <a:lvl8pPr marL="3657600" lvl="7" indent="-330200" algn="l">
              <a:spcBef>
                <a:spcPts val="320"/>
              </a:spcBef>
              <a:spcAft>
                <a:spcPts val="0"/>
              </a:spcAft>
              <a:buClr>
                <a:schemeClr val="dk1"/>
              </a:buClr>
              <a:buSzPts val="1600"/>
              <a:buFont typeface="Tahoma"/>
              <a:buChar char="»"/>
              <a:defRPr sz="1600"/>
            </a:lvl8pPr>
            <a:lvl9pPr marL="4114800" lvl="8" indent="-330200" algn="l">
              <a:spcBef>
                <a:spcPts val="320"/>
              </a:spcBef>
              <a:spcAft>
                <a:spcPts val="0"/>
              </a:spcAft>
              <a:buClr>
                <a:schemeClr val="dk1"/>
              </a:buClr>
              <a:buSzPts val="1600"/>
              <a:buFont typeface="Tahoma"/>
              <a:buChar char="»"/>
              <a:defRPr sz="1600"/>
            </a:lvl9pPr>
          </a:lstStyle>
          <a:p>
            <a:endParaRPr/>
          </a:p>
        </p:txBody>
      </p:sp>
      <p:sp>
        <p:nvSpPr>
          <p:cNvPr id="101" name="Google Shape;101;p15"/>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15"/>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15"/>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4"/>
        <p:cNvGrpSpPr/>
        <p:nvPr/>
      </p:nvGrpSpPr>
      <p:grpSpPr>
        <a:xfrm>
          <a:off x="0" y="0"/>
          <a:ext cx="0" cy="0"/>
          <a:chOff x="0" y="0"/>
          <a:chExt cx="0" cy="0"/>
        </a:xfrm>
      </p:grpSpPr>
      <p:sp>
        <p:nvSpPr>
          <p:cNvPr id="105" name="Google Shape;105;p1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6" name="Google Shape;106;p1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chemeClr val="dk1"/>
              </a:buClr>
              <a:buSzPts val="2000"/>
              <a:buFont typeface="Tahoma"/>
              <a:buNone/>
              <a:defRPr sz="2000"/>
            </a:lvl1pPr>
            <a:lvl2pPr marL="914400" lvl="1" indent="-228600" algn="l">
              <a:spcBef>
                <a:spcPts val="360"/>
              </a:spcBef>
              <a:spcAft>
                <a:spcPts val="0"/>
              </a:spcAft>
              <a:buClr>
                <a:schemeClr val="dk1"/>
              </a:buClr>
              <a:buSzPts val="1800"/>
              <a:buFont typeface="Tahoma"/>
              <a:buNone/>
              <a:defRPr sz="1800"/>
            </a:lvl2pPr>
            <a:lvl3pPr marL="1371600" lvl="2" indent="-228600" algn="l">
              <a:spcBef>
                <a:spcPts val="320"/>
              </a:spcBef>
              <a:spcAft>
                <a:spcPts val="0"/>
              </a:spcAft>
              <a:buClr>
                <a:schemeClr val="dk1"/>
              </a:buClr>
              <a:buSzPts val="1600"/>
              <a:buFont typeface="Tahoma"/>
              <a:buNone/>
              <a:defRPr sz="1600"/>
            </a:lvl3pPr>
            <a:lvl4pPr marL="1828800" lvl="3" indent="-228600" algn="l">
              <a:spcBef>
                <a:spcPts val="280"/>
              </a:spcBef>
              <a:spcAft>
                <a:spcPts val="0"/>
              </a:spcAft>
              <a:buClr>
                <a:schemeClr val="dk1"/>
              </a:buClr>
              <a:buSzPts val="1400"/>
              <a:buFont typeface="Tahoma"/>
              <a:buNone/>
              <a:defRPr sz="1400"/>
            </a:lvl4pPr>
            <a:lvl5pPr marL="2286000" lvl="4" indent="-228600" algn="l">
              <a:spcBef>
                <a:spcPts val="280"/>
              </a:spcBef>
              <a:spcAft>
                <a:spcPts val="0"/>
              </a:spcAft>
              <a:buClr>
                <a:schemeClr val="dk1"/>
              </a:buClr>
              <a:buSzPts val="1400"/>
              <a:buFont typeface="Tahoma"/>
              <a:buNone/>
              <a:defRPr sz="1400"/>
            </a:lvl5pPr>
            <a:lvl6pPr marL="2743200" lvl="5" indent="-228600" algn="l">
              <a:spcBef>
                <a:spcPts val="280"/>
              </a:spcBef>
              <a:spcAft>
                <a:spcPts val="0"/>
              </a:spcAft>
              <a:buClr>
                <a:schemeClr val="dk1"/>
              </a:buClr>
              <a:buSzPts val="1400"/>
              <a:buFont typeface="Tahoma"/>
              <a:buNone/>
              <a:defRPr sz="1400"/>
            </a:lvl6pPr>
            <a:lvl7pPr marL="3200400" lvl="6" indent="-228600" algn="l">
              <a:spcBef>
                <a:spcPts val="280"/>
              </a:spcBef>
              <a:spcAft>
                <a:spcPts val="0"/>
              </a:spcAft>
              <a:buClr>
                <a:schemeClr val="dk1"/>
              </a:buClr>
              <a:buSzPts val="1400"/>
              <a:buFont typeface="Tahoma"/>
              <a:buNone/>
              <a:defRPr sz="1400"/>
            </a:lvl7pPr>
            <a:lvl8pPr marL="3657600" lvl="7" indent="-228600" algn="l">
              <a:spcBef>
                <a:spcPts val="280"/>
              </a:spcBef>
              <a:spcAft>
                <a:spcPts val="0"/>
              </a:spcAft>
              <a:buClr>
                <a:schemeClr val="dk1"/>
              </a:buClr>
              <a:buSzPts val="1400"/>
              <a:buFont typeface="Tahoma"/>
              <a:buNone/>
              <a:defRPr sz="1400"/>
            </a:lvl8pPr>
            <a:lvl9pPr marL="4114800" lvl="8" indent="-228600" algn="l">
              <a:spcBef>
                <a:spcPts val="280"/>
              </a:spcBef>
              <a:spcAft>
                <a:spcPts val="0"/>
              </a:spcAft>
              <a:buClr>
                <a:schemeClr val="dk1"/>
              </a:buClr>
              <a:buSzPts val="1400"/>
              <a:buFont typeface="Tahoma"/>
              <a:buNone/>
              <a:defRPr sz="1400"/>
            </a:lvl9pPr>
          </a:lstStyle>
          <a:p>
            <a:endParaRPr/>
          </a:p>
        </p:txBody>
      </p:sp>
      <p:sp>
        <p:nvSpPr>
          <p:cNvPr id="107" name="Google Shape;107;p16"/>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8" name="Google Shape;108;p16"/>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16"/>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1pPr>
            <a:lvl2pPr marL="0" marR="0" lvl="1"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2pPr>
            <a:lvl3pPr marL="0" marR="0" lvl="2"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3pPr>
            <a:lvl4pPr marL="0" marR="0" lvl="3"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4pPr>
            <a:lvl5pPr marL="0" marR="0" lvl="4"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5pPr>
            <a:lvl6pPr marL="0" marR="0" lvl="5"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6pPr>
            <a:lvl7pPr marL="0" marR="0" lvl="6"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7pPr>
            <a:lvl8pPr marL="0" marR="0" lvl="7"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8pPr>
            <a:lvl9pPr marL="0" marR="0" lvl="8" indent="0" algn="r">
              <a:lnSpc>
                <a:spcPct val="100000"/>
              </a:lnSpc>
              <a:spcBef>
                <a:spcPts val="0"/>
              </a:spcBef>
              <a:spcAft>
                <a:spcPts val="0"/>
              </a:spcAft>
              <a:buClr>
                <a:schemeClr val="dk1"/>
              </a:buClr>
              <a:buSzPts val="1400"/>
              <a:buFont typeface="Tahoma"/>
              <a:buNone/>
              <a:defRPr sz="1400" b="0" i="0" u="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7">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2"/>
                </a:solidFill>
                <a:latin typeface="Tahoma"/>
                <a:ea typeface="Tahoma"/>
                <a:cs typeface="Tahoma"/>
                <a:sym typeface="Tahoma"/>
              </a:defRPr>
            </a:lvl1pPr>
            <a:lvl2pPr marR="0" lvl="1" algn="ctr" rtl="0">
              <a:spcBef>
                <a:spcPts val="0"/>
              </a:spcBef>
              <a:spcAft>
                <a:spcPts val="0"/>
              </a:spcAft>
              <a:buSzPts val="1400"/>
              <a:buNone/>
              <a:defRPr sz="4400" b="0" i="0" u="none" strike="noStrike" cap="none">
                <a:solidFill>
                  <a:schemeClr val="dk2"/>
                </a:solidFill>
                <a:latin typeface="Tahoma"/>
                <a:ea typeface="Tahoma"/>
                <a:cs typeface="Tahoma"/>
                <a:sym typeface="Tahoma"/>
              </a:defRPr>
            </a:lvl2pPr>
            <a:lvl3pPr marR="0" lvl="2" algn="ctr" rtl="0">
              <a:spcBef>
                <a:spcPts val="0"/>
              </a:spcBef>
              <a:spcAft>
                <a:spcPts val="0"/>
              </a:spcAft>
              <a:buSzPts val="1400"/>
              <a:buNone/>
              <a:defRPr sz="4400" b="0" i="0" u="none" strike="noStrike" cap="none">
                <a:solidFill>
                  <a:schemeClr val="dk2"/>
                </a:solidFill>
                <a:latin typeface="Tahoma"/>
                <a:ea typeface="Tahoma"/>
                <a:cs typeface="Tahoma"/>
                <a:sym typeface="Tahoma"/>
              </a:defRPr>
            </a:lvl3pPr>
            <a:lvl4pPr marR="0" lvl="3" algn="ctr" rtl="0">
              <a:spcBef>
                <a:spcPts val="0"/>
              </a:spcBef>
              <a:spcAft>
                <a:spcPts val="0"/>
              </a:spcAft>
              <a:buSzPts val="1400"/>
              <a:buNone/>
              <a:defRPr sz="4400" b="0" i="0" u="none" strike="noStrike" cap="none">
                <a:solidFill>
                  <a:schemeClr val="dk2"/>
                </a:solidFill>
                <a:latin typeface="Tahoma"/>
                <a:ea typeface="Tahoma"/>
                <a:cs typeface="Tahoma"/>
                <a:sym typeface="Tahoma"/>
              </a:defRPr>
            </a:lvl4pPr>
            <a:lvl5pPr marR="0" lvl="4" algn="ctr" rtl="0">
              <a:spcBef>
                <a:spcPts val="0"/>
              </a:spcBef>
              <a:spcAft>
                <a:spcPts val="0"/>
              </a:spcAft>
              <a:buSzPts val="1400"/>
              <a:buNone/>
              <a:defRPr sz="4400" b="0" i="0" u="none" strike="noStrike" cap="none">
                <a:solidFill>
                  <a:schemeClr val="dk2"/>
                </a:solidFill>
                <a:latin typeface="Tahoma"/>
                <a:ea typeface="Tahoma"/>
                <a:cs typeface="Tahoma"/>
                <a:sym typeface="Tahoma"/>
              </a:defRPr>
            </a:lvl5pPr>
            <a:lvl6pPr marR="0" lvl="5" algn="ctr" rtl="0">
              <a:spcBef>
                <a:spcPts val="0"/>
              </a:spcBef>
              <a:spcAft>
                <a:spcPts val="0"/>
              </a:spcAft>
              <a:buSzPts val="1400"/>
              <a:buNone/>
              <a:defRPr sz="4400" b="0" i="0" u="none" strike="noStrike" cap="none">
                <a:solidFill>
                  <a:schemeClr val="dk2"/>
                </a:solidFill>
                <a:latin typeface="Tahoma"/>
                <a:ea typeface="Tahoma"/>
                <a:cs typeface="Tahoma"/>
                <a:sym typeface="Tahoma"/>
              </a:defRPr>
            </a:lvl6pPr>
            <a:lvl7pPr marR="0" lvl="6" algn="ctr" rtl="0">
              <a:spcBef>
                <a:spcPts val="0"/>
              </a:spcBef>
              <a:spcAft>
                <a:spcPts val="0"/>
              </a:spcAft>
              <a:buSzPts val="1400"/>
              <a:buNone/>
              <a:defRPr sz="4400" b="0" i="0" u="none" strike="noStrike" cap="none">
                <a:solidFill>
                  <a:schemeClr val="dk2"/>
                </a:solidFill>
                <a:latin typeface="Tahoma"/>
                <a:ea typeface="Tahoma"/>
                <a:cs typeface="Tahoma"/>
                <a:sym typeface="Tahoma"/>
              </a:defRPr>
            </a:lvl7pPr>
            <a:lvl8pPr marR="0" lvl="7" algn="ctr" rtl="0">
              <a:spcBef>
                <a:spcPts val="0"/>
              </a:spcBef>
              <a:spcAft>
                <a:spcPts val="0"/>
              </a:spcAft>
              <a:buSzPts val="1400"/>
              <a:buNone/>
              <a:defRPr sz="4400" b="0" i="0" u="none" strike="noStrike" cap="none">
                <a:solidFill>
                  <a:schemeClr val="dk2"/>
                </a:solidFill>
                <a:latin typeface="Tahoma"/>
                <a:ea typeface="Tahoma"/>
                <a:cs typeface="Tahoma"/>
                <a:sym typeface="Tahoma"/>
              </a:defRPr>
            </a:lvl8pPr>
            <a:lvl9pPr marR="0" lvl="8" algn="ctr" rtl="0">
              <a:spcBef>
                <a:spcPts val="0"/>
              </a:spcBef>
              <a:spcAft>
                <a:spcPts val="0"/>
              </a:spcAft>
              <a:buSzPts val="1400"/>
              <a:buNone/>
              <a:defRPr sz="4400" b="0" i="0" u="none" strike="noStrike" cap="none">
                <a:solidFill>
                  <a:schemeClr val="dk2"/>
                </a:solidFill>
                <a:latin typeface="Tahoma"/>
                <a:ea typeface="Tahoma"/>
                <a:cs typeface="Tahoma"/>
                <a:sym typeface="Tahoma"/>
              </a:defRPr>
            </a:lvl9pPr>
          </a:lstStyle>
          <a:p>
            <a:endParaRPr/>
          </a:p>
        </p:txBody>
      </p:sp>
      <p:sp>
        <p:nvSpPr>
          <p:cNvPr id="11" name="Google Shape;11;p1"/>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Tahoma"/>
              <a:buChar char="•"/>
              <a:defRPr sz="3200" b="0" i="0" u="none" strike="noStrike" cap="none">
                <a:solidFill>
                  <a:schemeClr val="dk1"/>
                </a:solidFill>
                <a:latin typeface="Tahoma"/>
                <a:ea typeface="Tahoma"/>
                <a:cs typeface="Tahoma"/>
                <a:sym typeface="Tahoma"/>
              </a:defRPr>
            </a:lvl1pPr>
            <a:lvl2pPr marL="914400" marR="0" lvl="1" indent="-406400" algn="l" rtl="0">
              <a:spcBef>
                <a:spcPts val="560"/>
              </a:spcBef>
              <a:spcAft>
                <a:spcPts val="0"/>
              </a:spcAft>
              <a:buClr>
                <a:schemeClr val="dk1"/>
              </a:buClr>
              <a:buSzPts val="2800"/>
              <a:buFont typeface="Tahoma"/>
              <a:buChar char="–"/>
              <a:defRPr sz="2800" b="0" i="0" u="none" strike="noStrike" cap="none">
                <a:solidFill>
                  <a:schemeClr val="dk1"/>
                </a:solidFill>
                <a:latin typeface="Tahoma"/>
                <a:ea typeface="Tahoma"/>
                <a:cs typeface="Tahoma"/>
                <a:sym typeface="Tahoma"/>
              </a:defRPr>
            </a:lvl2pPr>
            <a:lvl3pPr marL="1371600" marR="0" lvl="2" indent="-381000" algn="l" rtl="0">
              <a:spcBef>
                <a:spcPts val="480"/>
              </a:spcBef>
              <a:spcAft>
                <a:spcPts val="0"/>
              </a:spcAft>
              <a:buClr>
                <a:schemeClr val="dk1"/>
              </a:buClr>
              <a:buSzPts val="2400"/>
              <a:buFont typeface="Tahoma"/>
              <a:buChar char="•"/>
              <a:defRPr sz="2400" b="0" i="0" u="none" strike="noStrike" cap="none">
                <a:solidFill>
                  <a:schemeClr val="dk1"/>
                </a:solidFill>
                <a:latin typeface="Tahoma"/>
                <a:ea typeface="Tahoma"/>
                <a:cs typeface="Tahoma"/>
                <a:sym typeface="Tahoma"/>
              </a:defRPr>
            </a:lvl3pPr>
            <a:lvl4pPr marL="1828800" marR="0" lvl="3" indent="-355600" algn="l" rtl="0">
              <a:spcBef>
                <a:spcPts val="400"/>
              </a:spcBef>
              <a:spcAft>
                <a:spcPts val="0"/>
              </a:spcAft>
              <a:buClr>
                <a:schemeClr val="dk1"/>
              </a:buClr>
              <a:buSzPts val="2000"/>
              <a:buFont typeface="Tahoma"/>
              <a:buChar char="–"/>
              <a:defRPr sz="2000" b="0" i="0" u="none" strike="noStrike" cap="none">
                <a:solidFill>
                  <a:schemeClr val="dk1"/>
                </a:solidFill>
                <a:latin typeface="Tahoma"/>
                <a:ea typeface="Tahoma"/>
                <a:cs typeface="Tahoma"/>
                <a:sym typeface="Tahoma"/>
              </a:defRPr>
            </a:lvl4pPr>
            <a:lvl5pPr marL="2286000" marR="0" lvl="4" indent="-355600" algn="l" rtl="0">
              <a:spcBef>
                <a:spcPts val="400"/>
              </a:spcBef>
              <a:spcAft>
                <a:spcPts val="0"/>
              </a:spcAft>
              <a:buClr>
                <a:schemeClr val="dk1"/>
              </a:buClr>
              <a:buSzPts val="2000"/>
              <a:buFont typeface="Tahoma"/>
              <a:buChar char="»"/>
              <a:defRPr sz="2000" b="0" i="0" u="none" strike="noStrike" cap="none">
                <a:solidFill>
                  <a:schemeClr val="dk1"/>
                </a:solidFill>
                <a:latin typeface="Tahoma"/>
                <a:ea typeface="Tahoma"/>
                <a:cs typeface="Tahoma"/>
                <a:sym typeface="Tahoma"/>
              </a:defRPr>
            </a:lvl5pPr>
            <a:lvl6pPr marL="2743200" marR="0" lvl="5" indent="-355600" algn="l" rtl="0">
              <a:spcBef>
                <a:spcPts val="400"/>
              </a:spcBef>
              <a:spcAft>
                <a:spcPts val="0"/>
              </a:spcAft>
              <a:buClr>
                <a:schemeClr val="dk1"/>
              </a:buClr>
              <a:buSzPts val="2000"/>
              <a:buFont typeface="Tahoma"/>
              <a:buChar char="»"/>
              <a:defRPr sz="2000" b="0" i="0" u="none" strike="noStrike" cap="none">
                <a:solidFill>
                  <a:schemeClr val="dk1"/>
                </a:solidFill>
                <a:latin typeface="Tahoma"/>
                <a:ea typeface="Tahoma"/>
                <a:cs typeface="Tahoma"/>
                <a:sym typeface="Tahoma"/>
              </a:defRPr>
            </a:lvl6pPr>
            <a:lvl7pPr marL="3200400" marR="0" lvl="6" indent="-355600" algn="l" rtl="0">
              <a:spcBef>
                <a:spcPts val="400"/>
              </a:spcBef>
              <a:spcAft>
                <a:spcPts val="0"/>
              </a:spcAft>
              <a:buClr>
                <a:schemeClr val="dk1"/>
              </a:buClr>
              <a:buSzPts val="2000"/>
              <a:buFont typeface="Tahoma"/>
              <a:buChar char="»"/>
              <a:defRPr sz="2000" b="0" i="0" u="none" strike="noStrike" cap="none">
                <a:solidFill>
                  <a:schemeClr val="dk1"/>
                </a:solidFill>
                <a:latin typeface="Tahoma"/>
                <a:ea typeface="Tahoma"/>
                <a:cs typeface="Tahoma"/>
                <a:sym typeface="Tahoma"/>
              </a:defRPr>
            </a:lvl7pPr>
            <a:lvl8pPr marL="3657600" marR="0" lvl="7" indent="-355600" algn="l" rtl="0">
              <a:spcBef>
                <a:spcPts val="400"/>
              </a:spcBef>
              <a:spcAft>
                <a:spcPts val="0"/>
              </a:spcAft>
              <a:buClr>
                <a:schemeClr val="dk1"/>
              </a:buClr>
              <a:buSzPts val="2000"/>
              <a:buFont typeface="Tahoma"/>
              <a:buChar char="»"/>
              <a:defRPr sz="2000" b="0" i="0" u="none" strike="noStrike" cap="none">
                <a:solidFill>
                  <a:schemeClr val="dk1"/>
                </a:solidFill>
                <a:latin typeface="Tahoma"/>
                <a:ea typeface="Tahoma"/>
                <a:cs typeface="Tahoma"/>
                <a:sym typeface="Tahoma"/>
              </a:defRPr>
            </a:lvl8pPr>
            <a:lvl9pPr marL="4114800" marR="0" lvl="8" indent="-355600" algn="l" rtl="0">
              <a:spcBef>
                <a:spcPts val="400"/>
              </a:spcBef>
              <a:spcAft>
                <a:spcPts val="0"/>
              </a:spcAft>
              <a:buClr>
                <a:schemeClr val="dk1"/>
              </a:buClr>
              <a:buSzPts val="2000"/>
              <a:buFont typeface="Tahoma"/>
              <a:buChar char="»"/>
              <a:defRPr sz="2000" b="0" i="0" u="none" strike="noStrike" cap="none">
                <a:solidFill>
                  <a:schemeClr val="dk1"/>
                </a:solidFill>
                <a:latin typeface="Tahoma"/>
                <a:ea typeface="Tahoma"/>
                <a:cs typeface="Tahoma"/>
                <a:sym typeface="Tahoma"/>
              </a:defRPr>
            </a:lvl9pPr>
          </a:lstStyle>
          <a:p>
            <a:endParaRPr/>
          </a:p>
        </p:txBody>
      </p:sp>
      <p:sp>
        <p:nvSpPr>
          <p:cNvPr id="12" name="Google Shape;12;p1"/>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1pPr>
            <a:lvl2pPr marL="0" marR="0" lvl="1" indent="0" algn="r" rtl="0">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2pPr>
            <a:lvl3pPr marL="0" marR="0" lvl="2" indent="0" algn="r" rtl="0">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3pPr>
            <a:lvl4pPr marL="0" marR="0" lvl="3" indent="0" algn="r" rtl="0">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4pPr>
            <a:lvl5pPr marL="0" marR="0" lvl="4" indent="0" algn="r" rtl="0">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5pPr>
            <a:lvl6pPr marL="0" marR="0" lvl="5" indent="0" algn="r" rtl="0">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6pPr>
            <a:lvl7pPr marL="0" marR="0" lvl="6" indent="0" algn="r" rtl="0">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7pPr>
            <a:lvl8pPr marL="0" marR="0" lvl="7" indent="0" algn="r" rtl="0">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8pPr>
            <a:lvl9pPr marL="0" marR="0" lvl="8" indent="0" algn="r" rtl="0">
              <a:lnSpc>
                <a:spcPct val="100000"/>
              </a:lnSpc>
              <a:spcBef>
                <a:spcPts val="0"/>
              </a:spcBef>
              <a:spcAft>
                <a:spcPts val="0"/>
              </a:spcAft>
              <a:buClr>
                <a:schemeClr val="dk1"/>
              </a:buClr>
              <a:buSzPts val="1400"/>
              <a:buFont typeface="Tahoma"/>
              <a:buNone/>
              <a:defRPr sz="1400" b="0" i="0" u="none" strike="noStrike" cap="none">
                <a:solidFill>
                  <a:schemeClr val="dk1"/>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www.trosch.org/god-laws.gif" TargetMode="External"/><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9.jpg"/></Relationships>
</file>

<file path=ppt/slides/_rels/slide2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1.xml"/><Relationship Id="rId1" Type="http://schemas.openxmlformats.org/officeDocument/2006/relationships/slideLayout" Target="../slideLayouts/slideLayout5.xml"/><Relationship Id="rId4" Type="http://schemas.openxmlformats.org/officeDocument/2006/relationships/image" Target="../media/image14.jp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7"/>
          <p:cNvSpPr txBox="1">
            <a:spLocks noGrp="1"/>
          </p:cNvSpPr>
          <p:nvPr>
            <p:ph type="ctrTitle"/>
          </p:nvPr>
        </p:nvSpPr>
        <p:spPr>
          <a:xfrm>
            <a:off x="812800" y="1600200"/>
            <a:ext cx="7772400" cy="3429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3600"/>
              <a:buFont typeface="Tahoma"/>
              <a:buNone/>
            </a:pPr>
            <a:r>
              <a:rPr lang="en-US" sz="3600" b="1" i="0" u="none" dirty="0">
                <a:solidFill>
                  <a:schemeClr val="dk2"/>
                </a:solidFill>
                <a:latin typeface="Tahoma"/>
                <a:ea typeface="Tahoma"/>
                <a:cs typeface="Tahoma"/>
                <a:sym typeface="Tahoma"/>
              </a:rPr>
              <a:t>PRAYER </a:t>
            </a:r>
            <a:r>
              <a:rPr lang="en-US" sz="3600" b="1" dirty="0"/>
              <a:t>COUNSELING</a:t>
            </a:r>
            <a:br>
              <a:rPr lang="en-US" sz="3600" b="1" i="0" u="none" dirty="0">
                <a:solidFill>
                  <a:schemeClr val="dk2"/>
                </a:solidFill>
                <a:latin typeface="Tahoma"/>
                <a:ea typeface="Tahoma"/>
                <a:cs typeface="Tahoma"/>
                <a:sym typeface="Tahoma"/>
              </a:rPr>
            </a:br>
            <a:r>
              <a:rPr lang="en-US" sz="3600" b="1" i="0" u="none" dirty="0">
                <a:solidFill>
                  <a:schemeClr val="dk2"/>
                </a:solidFill>
                <a:latin typeface="Tahoma"/>
                <a:ea typeface="Tahoma"/>
                <a:cs typeface="Tahoma"/>
                <a:sym typeface="Tahoma"/>
              </a:rPr>
              <a:t>SEMINAR I</a:t>
            </a:r>
            <a:br>
              <a:rPr lang="en-US" sz="3600" b="1" i="0" u="none" dirty="0">
                <a:solidFill>
                  <a:schemeClr val="dk2"/>
                </a:solidFill>
                <a:latin typeface="Tahoma"/>
                <a:ea typeface="Tahoma"/>
                <a:cs typeface="Tahoma"/>
                <a:sym typeface="Tahoma"/>
              </a:rPr>
            </a:br>
            <a:br>
              <a:rPr lang="en-US" sz="4400" b="1" i="0" u="none" dirty="0">
                <a:solidFill>
                  <a:schemeClr val="dk2"/>
                </a:solidFill>
                <a:latin typeface="Tahoma"/>
                <a:ea typeface="Tahoma"/>
                <a:cs typeface="Tahoma"/>
                <a:sym typeface="Tahoma"/>
              </a:rPr>
            </a:br>
            <a:r>
              <a:rPr lang="en-US" sz="2400" b="1" i="1" u="none" dirty="0">
                <a:solidFill>
                  <a:schemeClr val="accent2"/>
                </a:solidFill>
                <a:latin typeface="Tahoma"/>
                <a:ea typeface="Tahoma"/>
                <a:cs typeface="Tahoma"/>
                <a:sym typeface="Tahoma"/>
              </a:rPr>
              <a:t>“Remove the wooden beam from your eye first; then you will see clearly to remove the splinter in your brother’s eye.” Luke 6:42b</a:t>
            </a:r>
            <a:endParaRPr dirty="0"/>
          </a:p>
        </p:txBody>
      </p:sp>
      <p:sp>
        <p:nvSpPr>
          <p:cNvPr id="116" name="Google Shape;116;p17"/>
          <p:cNvSpPr txBox="1">
            <a:spLocks noGrp="1"/>
          </p:cNvSpPr>
          <p:nvPr>
            <p:ph type="subTitle" idx="1"/>
          </p:nvPr>
        </p:nvSpPr>
        <p:spPr>
          <a:xfrm>
            <a:off x="1320800" y="5372100"/>
            <a:ext cx="6781800" cy="914400"/>
          </a:xfrm>
          <a:prstGeom prst="rect">
            <a:avLst/>
          </a:prstGeom>
          <a:noFill/>
          <a:ln>
            <a:noFill/>
          </a:ln>
        </p:spPr>
        <p:txBody>
          <a:bodyPr spcFirstLastPara="1" wrap="square" lIns="91425" tIns="45700" rIns="91425" bIns="45700" anchor="t" anchorCtr="0">
            <a:noAutofit/>
          </a:bodyPr>
          <a:lstStyle/>
          <a:p>
            <a:pPr marL="0" lvl="0" indent="0" algn="ctr" rtl="0">
              <a:spcBef>
                <a:spcPts val="480"/>
              </a:spcBef>
              <a:spcAft>
                <a:spcPts val="0"/>
              </a:spcAft>
              <a:buClr>
                <a:schemeClr val="dk1"/>
              </a:buClr>
              <a:buSzPts val="2400"/>
              <a:buFont typeface="Tahoma"/>
              <a:buNone/>
            </a:pPr>
            <a:r>
              <a:rPr lang="en-PH" sz="2400" b="1" dirty="0"/>
              <a:t>March 7 &amp; 8 2026</a:t>
            </a:r>
            <a:endParaRPr sz="2400" b="1" dirty="0"/>
          </a:p>
          <a:p>
            <a:pPr marL="0" lvl="0" indent="0" algn="ctr" rtl="0">
              <a:spcBef>
                <a:spcPts val="480"/>
              </a:spcBef>
              <a:spcAft>
                <a:spcPts val="0"/>
              </a:spcAft>
              <a:buClr>
                <a:schemeClr val="dk1"/>
              </a:buClr>
              <a:buSzPts val="2400"/>
              <a:buFont typeface="Tahoma"/>
              <a:buNone/>
            </a:pPr>
            <a:r>
              <a:rPr lang="en-US" sz="2400" b="1" dirty="0"/>
              <a:t>BLD Cebu Cluster</a:t>
            </a:r>
            <a:endParaRPr sz="2400" b="1" dirty="0"/>
          </a:p>
          <a:p>
            <a:pPr marL="0" lvl="0" indent="0" algn="ctr" rtl="0">
              <a:lnSpc>
                <a:spcPct val="100000"/>
              </a:lnSpc>
              <a:spcBef>
                <a:spcPts val="480"/>
              </a:spcBef>
              <a:spcAft>
                <a:spcPts val="0"/>
              </a:spcAft>
              <a:buClr>
                <a:schemeClr val="dk1"/>
              </a:buClr>
              <a:buSzPts val="2400"/>
              <a:buFont typeface="Tahoma"/>
              <a:buNone/>
            </a:pPr>
            <a:endParaRPr sz="2400" b="1" dirty="0"/>
          </a:p>
        </p:txBody>
      </p:sp>
      <p:pic>
        <p:nvPicPr>
          <p:cNvPr id="117" name="Google Shape;117;p17" descr="BHEADP"/>
          <p:cNvPicPr preferRelativeResize="0"/>
          <p:nvPr/>
        </p:nvPicPr>
        <p:blipFill rotWithShape="1">
          <a:blip r:embed="rId3">
            <a:alphaModFix/>
          </a:blip>
          <a:srcRect/>
          <a:stretch/>
        </p:blipFill>
        <p:spPr>
          <a:xfrm>
            <a:off x="304800" y="457200"/>
            <a:ext cx="8839200" cy="6286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fade">
                                      <p:cBhvr>
                                        <p:cTn id="7" dur="2000"/>
                                        <p:tgtEl>
                                          <p:spTgt spid="1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6">
                                            <p:txEl>
                                              <p:pRg st="0" end="0"/>
                                            </p:txEl>
                                          </p:spTgt>
                                        </p:tgtEl>
                                        <p:attrNameLst>
                                          <p:attrName>style.visibility</p:attrName>
                                        </p:attrNameLst>
                                      </p:cBhvr>
                                      <p:to>
                                        <p:strVal val="visible"/>
                                      </p:to>
                                    </p:set>
                                    <p:animEffect transition="in" filter="fade">
                                      <p:cBhvr>
                                        <p:cTn id="12" dur="2000"/>
                                        <p:tgtEl>
                                          <p:spTgt spid="11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6">
                                            <p:txEl>
                                              <p:pRg st="1" end="1"/>
                                            </p:txEl>
                                          </p:spTgt>
                                        </p:tgtEl>
                                        <p:attrNameLst>
                                          <p:attrName>style.visibility</p:attrName>
                                        </p:attrNameLst>
                                      </p:cBhvr>
                                      <p:to>
                                        <p:strVal val="visible"/>
                                      </p:to>
                                    </p:set>
                                    <p:animEffect transition="in" filter="fade">
                                      <p:cBhvr>
                                        <p:cTn id="17" dur="2000"/>
                                        <p:tgtEl>
                                          <p:spTgt spid="11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8"/>
          <p:cNvSpPr txBox="1">
            <a:spLocks noGrp="1"/>
          </p:cNvSpPr>
          <p:nvPr>
            <p:ph type="ctrTitle"/>
          </p:nvPr>
        </p:nvSpPr>
        <p:spPr>
          <a:xfrm>
            <a:off x="609600" y="228600"/>
            <a:ext cx="77724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000"/>
              <a:buFont typeface="Tahoma"/>
              <a:buNone/>
            </a:pPr>
            <a:r>
              <a:rPr lang="en-US" sz="4000" b="1" i="0" u="none">
                <a:solidFill>
                  <a:schemeClr val="dk2"/>
                </a:solidFill>
                <a:latin typeface="Tahoma"/>
                <a:ea typeface="Tahoma"/>
                <a:cs typeface="Tahoma"/>
                <a:sym typeface="Tahoma"/>
              </a:rPr>
              <a:t>WELCOME TO THE PRAYER</a:t>
            </a:r>
            <a:br>
              <a:rPr lang="en-US" sz="4000" b="1" i="0" u="none">
                <a:solidFill>
                  <a:schemeClr val="dk2"/>
                </a:solidFill>
                <a:latin typeface="Tahoma"/>
                <a:ea typeface="Tahoma"/>
                <a:cs typeface="Tahoma"/>
                <a:sym typeface="Tahoma"/>
              </a:rPr>
            </a:br>
            <a:r>
              <a:rPr lang="en-US" sz="4000" b="1" i="0" u="none">
                <a:solidFill>
                  <a:schemeClr val="dk2"/>
                </a:solidFill>
                <a:latin typeface="Tahoma"/>
                <a:ea typeface="Tahoma"/>
                <a:cs typeface="Tahoma"/>
                <a:sym typeface="Tahoma"/>
              </a:rPr>
              <a:t>COUNSELING SEMINAR</a:t>
            </a:r>
            <a:endParaRPr/>
          </a:p>
        </p:txBody>
      </p:sp>
      <p:sp>
        <p:nvSpPr>
          <p:cNvPr id="124" name="Google Shape;124;p18"/>
          <p:cNvSpPr txBox="1">
            <a:spLocks noGrp="1"/>
          </p:cNvSpPr>
          <p:nvPr>
            <p:ph type="subTitle" idx="1"/>
          </p:nvPr>
        </p:nvSpPr>
        <p:spPr>
          <a:xfrm>
            <a:off x="609600" y="1752600"/>
            <a:ext cx="8153400" cy="5410200"/>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Clr>
                <a:schemeClr val="dk1"/>
              </a:buClr>
              <a:buSzPts val="3200"/>
              <a:buFont typeface="Tahoma"/>
              <a:buNone/>
            </a:pPr>
            <a:r>
              <a:rPr lang="en-US" sz="3200" b="1" i="1" u="none">
                <a:solidFill>
                  <a:schemeClr val="dk1"/>
                </a:solidFill>
                <a:latin typeface="Tahoma"/>
                <a:ea typeface="Tahoma"/>
                <a:cs typeface="Tahoma"/>
                <a:sym typeface="Tahoma"/>
              </a:rPr>
              <a:t>Community Objectives:</a:t>
            </a:r>
            <a:endParaRPr/>
          </a:p>
          <a:p>
            <a:pPr marL="990600" lvl="1" indent="-533400" algn="l" rtl="0">
              <a:lnSpc>
                <a:spcPct val="100000"/>
              </a:lnSpc>
              <a:spcBef>
                <a:spcPts val="640"/>
              </a:spcBef>
              <a:spcAft>
                <a:spcPts val="0"/>
              </a:spcAft>
              <a:buClr>
                <a:schemeClr val="dk1"/>
              </a:buClr>
              <a:buSzPts val="3200"/>
              <a:buFont typeface="Noto Sans Symbols"/>
              <a:buChar char="❖"/>
            </a:pPr>
            <a:r>
              <a:rPr lang="en-US" sz="3200" b="1" i="1" u="none">
                <a:solidFill>
                  <a:schemeClr val="dk1"/>
                </a:solidFill>
                <a:latin typeface="Tahoma"/>
                <a:ea typeface="Tahoma"/>
                <a:cs typeface="Tahoma"/>
                <a:sym typeface="Tahoma"/>
              </a:rPr>
              <a:t>To enhance pastoral and healing gifts through prayer counseling</a:t>
            </a:r>
            <a:endParaRPr/>
          </a:p>
          <a:p>
            <a:pPr marL="990600" lvl="1" indent="-533400" algn="l" rtl="0">
              <a:lnSpc>
                <a:spcPct val="100000"/>
              </a:lnSpc>
              <a:spcBef>
                <a:spcPts val="640"/>
              </a:spcBef>
              <a:spcAft>
                <a:spcPts val="0"/>
              </a:spcAft>
              <a:buClr>
                <a:schemeClr val="dk1"/>
              </a:buClr>
              <a:buSzPts val="3200"/>
              <a:buFont typeface="Noto Sans Symbols"/>
              <a:buChar char="❖"/>
            </a:pPr>
            <a:r>
              <a:rPr lang="en-US" sz="3200" b="1" i="1" u="none">
                <a:solidFill>
                  <a:schemeClr val="dk1"/>
                </a:solidFill>
                <a:latin typeface="Tahoma"/>
                <a:ea typeface="Tahoma"/>
                <a:cs typeface="Tahoma"/>
                <a:sym typeface="Tahoma"/>
              </a:rPr>
              <a:t>To develop more prayer counselors for the community</a:t>
            </a:r>
            <a:endParaRPr/>
          </a:p>
          <a:p>
            <a:pPr marL="0" lvl="0" indent="0" algn="ctr" rtl="0">
              <a:spcBef>
                <a:spcPts val="640"/>
              </a:spcBef>
              <a:spcAft>
                <a:spcPts val="0"/>
              </a:spcAft>
              <a:buClr>
                <a:schemeClr val="dk1"/>
              </a:buClr>
              <a:buSzPts val="3200"/>
              <a:buFont typeface="Tahoma"/>
              <a:buNone/>
            </a:pPr>
            <a:endParaRPr sz="3200" b="1" i="1" u="none">
              <a:solidFill>
                <a:schemeClr val="dk1"/>
              </a:solidFill>
              <a:latin typeface="Tahoma"/>
              <a:ea typeface="Tahoma"/>
              <a:cs typeface="Tahoma"/>
              <a:sym typeface="Tahoma"/>
            </a:endParaRPr>
          </a:p>
        </p:txBody>
      </p:sp>
      <p:cxnSp>
        <p:nvCxnSpPr>
          <p:cNvPr id="125" name="Google Shape;125;p18"/>
          <p:cNvCxnSpPr/>
          <p:nvPr/>
        </p:nvCxnSpPr>
        <p:spPr>
          <a:xfrm>
            <a:off x="457200" y="1524000"/>
            <a:ext cx="8153400" cy="0"/>
          </a:xfrm>
          <a:prstGeom prst="straightConnector1">
            <a:avLst/>
          </a:prstGeom>
          <a:noFill/>
          <a:ln w="76200" cap="flat" cmpd="sng">
            <a:solidFill>
              <a:srgbClr val="FF0000"/>
            </a:solidFill>
            <a:prstDash val="solid"/>
            <a:miter lim="800000"/>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9"/>
          <p:cNvSpPr txBox="1">
            <a:spLocks noGrp="1"/>
          </p:cNvSpPr>
          <p:nvPr>
            <p:ph type="ctrTitle"/>
          </p:nvPr>
        </p:nvSpPr>
        <p:spPr>
          <a:xfrm>
            <a:off x="609600" y="228600"/>
            <a:ext cx="77724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000"/>
              <a:buFont typeface="Tahoma"/>
              <a:buNone/>
            </a:pPr>
            <a:r>
              <a:rPr lang="en-US" sz="4000" b="1" i="0" u="none">
                <a:solidFill>
                  <a:schemeClr val="dk2"/>
                </a:solidFill>
                <a:latin typeface="Tahoma"/>
                <a:ea typeface="Tahoma"/>
                <a:cs typeface="Tahoma"/>
                <a:sym typeface="Tahoma"/>
              </a:rPr>
              <a:t>WELCOME TO THE PRAYER</a:t>
            </a:r>
            <a:br>
              <a:rPr lang="en-US" sz="4000" b="1" i="0" u="none">
                <a:solidFill>
                  <a:schemeClr val="dk2"/>
                </a:solidFill>
                <a:latin typeface="Tahoma"/>
                <a:ea typeface="Tahoma"/>
                <a:cs typeface="Tahoma"/>
                <a:sym typeface="Tahoma"/>
              </a:rPr>
            </a:br>
            <a:r>
              <a:rPr lang="en-US" sz="4000" b="1" i="0" u="none">
                <a:solidFill>
                  <a:schemeClr val="dk2"/>
                </a:solidFill>
                <a:latin typeface="Tahoma"/>
                <a:ea typeface="Tahoma"/>
                <a:cs typeface="Tahoma"/>
                <a:sym typeface="Tahoma"/>
              </a:rPr>
              <a:t>COUNSELING SEMINAR</a:t>
            </a:r>
            <a:endParaRPr/>
          </a:p>
        </p:txBody>
      </p:sp>
      <p:sp>
        <p:nvSpPr>
          <p:cNvPr id="132" name="Google Shape;132;p19"/>
          <p:cNvSpPr txBox="1">
            <a:spLocks noGrp="1"/>
          </p:cNvSpPr>
          <p:nvPr>
            <p:ph type="subTitle" idx="1"/>
          </p:nvPr>
        </p:nvSpPr>
        <p:spPr>
          <a:xfrm>
            <a:off x="609600" y="1752600"/>
            <a:ext cx="8153400" cy="5410200"/>
          </a:xfrm>
          <a:prstGeom prst="rect">
            <a:avLst/>
          </a:prstGeom>
          <a:noFill/>
          <a:ln>
            <a:noFill/>
          </a:ln>
        </p:spPr>
        <p:txBody>
          <a:bodyPr spcFirstLastPara="1" wrap="square" lIns="91425" tIns="45700" rIns="91425" bIns="45700" anchor="t" anchorCtr="0">
            <a:noAutofit/>
          </a:bodyPr>
          <a:lstStyle/>
          <a:p>
            <a:pPr marL="609600" lvl="0" indent="-609600" algn="l" rtl="0">
              <a:lnSpc>
                <a:spcPct val="80000"/>
              </a:lnSpc>
              <a:spcBef>
                <a:spcPts val="0"/>
              </a:spcBef>
              <a:spcAft>
                <a:spcPts val="0"/>
              </a:spcAft>
              <a:buClr>
                <a:schemeClr val="dk1"/>
              </a:buClr>
              <a:buSzPts val="3200"/>
              <a:buFont typeface="Tahoma"/>
              <a:buNone/>
            </a:pPr>
            <a:r>
              <a:rPr lang="en-US" sz="3200" b="1" i="1" u="none">
                <a:solidFill>
                  <a:schemeClr val="dk1"/>
                </a:solidFill>
                <a:latin typeface="Tahoma"/>
                <a:ea typeface="Tahoma"/>
                <a:cs typeface="Tahoma"/>
                <a:sym typeface="Tahoma"/>
              </a:rPr>
              <a:t>Course Objectives</a:t>
            </a:r>
            <a:endParaRPr/>
          </a:p>
          <a:p>
            <a:pPr marL="990600" lvl="1" indent="-533400" algn="l" rtl="0">
              <a:lnSpc>
                <a:spcPct val="8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To provide a clear view of Prayer Counseling, a Christ-centered inner healing ministry </a:t>
            </a:r>
            <a:endParaRPr b="1" i="1"/>
          </a:p>
          <a:p>
            <a:pPr marL="457200" lvl="0" indent="0" algn="l" rtl="0">
              <a:lnSpc>
                <a:spcPct val="80000"/>
              </a:lnSpc>
              <a:spcBef>
                <a:spcPts val="560"/>
              </a:spcBef>
              <a:spcAft>
                <a:spcPts val="0"/>
              </a:spcAft>
              <a:buNone/>
            </a:pPr>
            <a:endParaRPr b="1" i="1"/>
          </a:p>
          <a:p>
            <a:pPr marL="990600" lvl="1" indent="-533400" algn="l" rtl="0">
              <a:lnSpc>
                <a:spcPct val="8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To offer the opportunity to experience personal  healing through small group ministry (practicum) </a:t>
            </a:r>
            <a:r>
              <a:rPr lang="en-US" b="1" i="1"/>
              <a:t>.</a:t>
            </a:r>
            <a:endParaRPr/>
          </a:p>
          <a:p>
            <a:pPr marL="609600" lvl="0" indent="-609600" algn="l" rtl="0">
              <a:lnSpc>
                <a:spcPct val="80000"/>
              </a:lnSpc>
              <a:spcBef>
                <a:spcPts val="640"/>
              </a:spcBef>
              <a:spcAft>
                <a:spcPts val="0"/>
              </a:spcAft>
              <a:buClr>
                <a:schemeClr val="dk1"/>
              </a:buClr>
              <a:buSzPts val="3200"/>
              <a:buFont typeface="Tahoma"/>
              <a:buNone/>
            </a:pPr>
            <a:endParaRPr sz="3200" b="1" i="1" u="none">
              <a:solidFill>
                <a:schemeClr val="dk1"/>
              </a:solidFill>
              <a:latin typeface="Tahoma"/>
              <a:ea typeface="Tahoma"/>
              <a:cs typeface="Tahoma"/>
              <a:sym typeface="Tahoma"/>
            </a:endParaRPr>
          </a:p>
          <a:p>
            <a:pPr marL="0" lvl="0" indent="0" algn="ctr" rtl="0">
              <a:spcBef>
                <a:spcPts val="640"/>
              </a:spcBef>
              <a:spcAft>
                <a:spcPts val="0"/>
              </a:spcAft>
              <a:buClr>
                <a:schemeClr val="dk1"/>
              </a:buClr>
              <a:buSzPts val="3200"/>
              <a:buFont typeface="Tahoma"/>
              <a:buNone/>
            </a:pPr>
            <a:endParaRPr sz="3200" b="1" i="1" u="none">
              <a:solidFill>
                <a:schemeClr val="dk1"/>
              </a:solidFill>
              <a:latin typeface="Tahoma"/>
              <a:ea typeface="Tahoma"/>
              <a:cs typeface="Tahoma"/>
              <a:sym typeface="Tahoma"/>
            </a:endParaRPr>
          </a:p>
        </p:txBody>
      </p:sp>
      <p:cxnSp>
        <p:nvCxnSpPr>
          <p:cNvPr id="133" name="Google Shape;133;p19"/>
          <p:cNvCxnSpPr/>
          <p:nvPr/>
        </p:nvCxnSpPr>
        <p:spPr>
          <a:xfrm>
            <a:off x="457200" y="1524000"/>
            <a:ext cx="8153400" cy="0"/>
          </a:xfrm>
          <a:prstGeom prst="straightConnector1">
            <a:avLst/>
          </a:prstGeom>
          <a:noFill/>
          <a:ln w="76200" cap="flat" cmpd="sng">
            <a:solidFill>
              <a:srgbClr val="FF0000"/>
            </a:solidFill>
            <a:prstDash val="solid"/>
            <a:miter lim="800000"/>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0"/>
          <p:cNvSpPr txBox="1">
            <a:spLocks noGrp="1"/>
          </p:cNvSpPr>
          <p:nvPr>
            <p:ph type="ctrTitle"/>
          </p:nvPr>
        </p:nvSpPr>
        <p:spPr>
          <a:xfrm>
            <a:off x="609600" y="228600"/>
            <a:ext cx="77724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000"/>
              <a:buFont typeface="Tahoma"/>
              <a:buNone/>
            </a:pPr>
            <a:r>
              <a:rPr lang="en-US" sz="4000" b="1" i="0" u="none">
                <a:solidFill>
                  <a:schemeClr val="dk2"/>
                </a:solidFill>
                <a:latin typeface="Tahoma"/>
                <a:ea typeface="Tahoma"/>
                <a:cs typeface="Tahoma"/>
                <a:sym typeface="Tahoma"/>
              </a:rPr>
              <a:t>WELCOME TO THE PRAYER</a:t>
            </a:r>
            <a:br>
              <a:rPr lang="en-US" sz="4000" b="1" i="0" u="none">
                <a:solidFill>
                  <a:schemeClr val="dk2"/>
                </a:solidFill>
                <a:latin typeface="Tahoma"/>
                <a:ea typeface="Tahoma"/>
                <a:cs typeface="Tahoma"/>
                <a:sym typeface="Tahoma"/>
              </a:rPr>
            </a:br>
            <a:r>
              <a:rPr lang="en-US" sz="4000" b="1" i="0" u="none">
                <a:solidFill>
                  <a:schemeClr val="dk2"/>
                </a:solidFill>
                <a:latin typeface="Tahoma"/>
                <a:ea typeface="Tahoma"/>
                <a:cs typeface="Tahoma"/>
                <a:sym typeface="Tahoma"/>
              </a:rPr>
              <a:t>COUNSELING SEMINAR</a:t>
            </a:r>
            <a:endParaRPr/>
          </a:p>
        </p:txBody>
      </p:sp>
      <p:sp>
        <p:nvSpPr>
          <p:cNvPr id="140" name="Google Shape;140;p20"/>
          <p:cNvSpPr txBox="1">
            <a:spLocks noGrp="1"/>
          </p:cNvSpPr>
          <p:nvPr>
            <p:ph type="subTitle" idx="1"/>
          </p:nvPr>
        </p:nvSpPr>
        <p:spPr>
          <a:xfrm>
            <a:off x="609600" y="1676400"/>
            <a:ext cx="8153400" cy="5410200"/>
          </a:xfrm>
          <a:prstGeom prst="rect">
            <a:avLst/>
          </a:prstGeom>
          <a:noFill/>
          <a:ln>
            <a:noFill/>
          </a:ln>
        </p:spPr>
        <p:txBody>
          <a:bodyPr spcFirstLastPara="1" wrap="square" lIns="91425" tIns="45700" rIns="91425" bIns="45700" anchor="t" anchorCtr="0">
            <a:noAutofit/>
          </a:bodyPr>
          <a:lstStyle/>
          <a:p>
            <a:pPr marL="609600" lvl="0" indent="-609600" algn="l" rtl="0">
              <a:lnSpc>
                <a:spcPct val="80000"/>
              </a:lnSpc>
              <a:spcBef>
                <a:spcPts val="0"/>
              </a:spcBef>
              <a:spcAft>
                <a:spcPts val="0"/>
              </a:spcAft>
              <a:buClr>
                <a:schemeClr val="dk1"/>
              </a:buClr>
              <a:buSzPts val="3200"/>
              <a:buFont typeface="Tahoma"/>
              <a:buNone/>
            </a:pPr>
            <a:r>
              <a:rPr lang="en-US" sz="3200" b="1" i="1" u="none">
                <a:solidFill>
                  <a:schemeClr val="dk1"/>
                </a:solidFill>
                <a:latin typeface="Tahoma"/>
                <a:ea typeface="Tahoma"/>
                <a:cs typeface="Tahoma"/>
                <a:sym typeface="Tahoma"/>
              </a:rPr>
              <a:t>Course Objectives:  Continued</a:t>
            </a:r>
            <a:endParaRPr/>
          </a:p>
          <a:p>
            <a:pPr marL="990600" lvl="1" indent="-533400" algn="l" rtl="0">
              <a:lnSpc>
                <a:spcPct val="8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To provide a venue for building relationship, learning, and understanding.</a:t>
            </a:r>
            <a:endParaRPr/>
          </a:p>
          <a:p>
            <a:pPr marL="990600" lvl="1" indent="-533400" algn="l" rtl="0">
              <a:lnSpc>
                <a:spcPct val="8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To teach, model, and provide opportunity to practice in the elements of the ministry in: prayer healing, application of scriptural elements of healing.</a:t>
            </a:r>
            <a:endParaRPr/>
          </a:p>
          <a:p>
            <a:pPr marL="990600" lvl="1" indent="-533400" algn="l" rtl="0">
              <a:lnSpc>
                <a:spcPct val="8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To recognize and understand the common problems and patterns of difficulty.</a:t>
            </a:r>
            <a:endParaRPr/>
          </a:p>
          <a:p>
            <a:pPr marL="0" lvl="0" indent="0" algn="ctr" rtl="0">
              <a:spcBef>
                <a:spcPts val="560"/>
              </a:spcBef>
              <a:spcAft>
                <a:spcPts val="0"/>
              </a:spcAft>
              <a:buClr>
                <a:schemeClr val="dk1"/>
              </a:buClr>
              <a:buSzPts val="2800"/>
              <a:buFont typeface="Tahoma"/>
              <a:buNone/>
            </a:pPr>
            <a:endParaRPr sz="2800" b="1" i="1" u="none">
              <a:solidFill>
                <a:schemeClr val="dk1"/>
              </a:solidFill>
              <a:latin typeface="Tahoma"/>
              <a:ea typeface="Tahoma"/>
              <a:cs typeface="Tahoma"/>
              <a:sym typeface="Tahoma"/>
            </a:endParaRPr>
          </a:p>
        </p:txBody>
      </p:sp>
      <p:cxnSp>
        <p:nvCxnSpPr>
          <p:cNvPr id="141" name="Google Shape;141;p20"/>
          <p:cNvCxnSpPr/>
          <p:nvPr/>
        </p:nvCxnSpPr>
        <p:spPr>
          <a:xfrm>
            <a:off x="457200" y="1524000"/>
            <a:ext cx="8153400" cy="0"/>
          </a:xfrm>
          <a:prstGeom prst="straightConnector1">
            <a:avLst/>
          </a:prstGeom>
          <a:noFill/>
          <a:ln w="76200" cap="flat" cmpd="sng">
            <a:solidFill>
              <a:srgbClr val="FF0000"/>
            </a:solidFill>
            <a:prstDash val="solid"/>
            <a:miter lim="800000"/>
            <a:headEnd type="none"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1"/>
          <p:cNvSpPr txBox="1">
            <a:spLocks noGrp="1"/>
          </p:cNvSpPr>
          <p:nvPr>
            <p:ph type="ctrTitle"/>
          </p:nvPr>
        </p:nvSpPr>
        <p:spPr>
          <a:xfrm>
            <a:off x="609600" y="228600"/>
            <a:ext cx="77724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000"/>
              <a:buFont typeface="Tahoma"/>
              <a:buNone/>
            </a:pPr>
            <a:r>
              <a:rPr lang="en-US" sz="4000" b="1" i="0" u="none">
                <a:solidFill>
                  <a:schemeClr val="dk2"/>
                </a:solidFill>
                <a:latin typeface="Tahoma"/>
                <a:ea typeface="Tahoma"/>
                <a:cs typeface="Tahoma"/>
                <a:sym typeface="Tahoma"/>
              </a:rPr>
              <a:t>WELCOME TO THE PRAYER</a:t>
            </a:r>
            <a:br>
              <a:rPr lang="en-US" sz="4000" b="1" i="0" u="none">
                <a:solidFill>
                  <a:schemeClr val="dk2"/>
                </a:solidFill>
                <a:latin typeface="Tahoma"/>
                <a:ea typeface="Tahoma"/>
                <a:cs typeface="Tahoma"/>
                <a:sym typeface="Tahoma"/>
              </a:rPr>
            </a:br>
            <a:r>
              <a:rPr lang="en-US" sz="4000" b="1" i="0" u="none">
                <a:solidFill>
                  <a:schemeClr val="dk2"/>
                </a:solidFill>
                <a:latin typeface="Tahoma"/>
                <a:ea typeface="Tahoma"/>
                <a:cs typeface="Tahoma"/>
                <a:sym typeface="Tahoma"/>
              </a:rPr>
              <a:t>COUNSELING SEMINAR</a:t>
            </a:r>
            <a:endParaRPr/>
          </a:p>
        </p:txBody>
      </p:sp>
      <p:sp>
        <p:nvSpPr>
          <p:cNvPr id="148" name="Google Shape;148;p21"/>
          <p:cNvSpPr txBox="1">
            <a:spLocks noGrp="1"/>
          </p:cNvSpPr>
          <p:nvPr>
            <p:ph type="subTitle" idx="1"/>
          </p:nvPr>
        </p:nvSpPr>
        <p:spPr>
          <a:xfrm>
            <a:off x="609600" y="1752600"/>
            <a:ext cx="8153400" cy="5410200"/>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Clr>
                <a:schemeClr val="dk1"/>
              </a:buClr>
              <a:buSzPts val="3600"/>
              <a:buFont typeface="Tahoma"/>
              <a:buNone/>
            </a:pPr>
            <a:r>
              <a:rPr lang="en-US" sz="3600" b="1" i="1" u="none">
                <a:solidFill>
                  <a:schemeClr val="dk1"/>
                </a:solidFill>
                <a:latin typeface="Tahoma"/>
                <a:ea typeface="Tahoma"/>
                <a:cs typeface="Tahoma"/>
                <a:sym typeface="Tahoma"/>
              </a:rPr>
              <a:t>Course Objectives:  Continued</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To help identify the wounds and roots of bitterness.</a:t>
            </a:r>
            <a:endParaRPr/>
          </a:p>
          <a:p>
            <a:pPr marL="990600" lvl="1" indent="-355600" algn="l" rtl="0">
              <a:lnSpc>
                <a:spcPct val="100000"/>
              </a:lnSpc>
              <a:spcBef>
                <a:spcPts val="560"/>
              </a:spcBef>
              <a:spcAft>
                <a:spcPts val="0"/>
              </a:spcAft>
              <a:buClr>
                <a:schemeClr val="dk1"/>
              </a:buClr>
              <a:buSzPts val="2800"/>
              <a:buFont typeface="Noto Sans Symbols"/>
              <a:buNone/>
            </a:pPr>
            <a:endParaRPr sz="2800" b="1" i="1" u="none">
              <a:solidFill>
                <a:schemeClr val="dk1"/>
              </a:solidFill>
              <a:latin typeface="Tahoma"/>
              <a:ea typeface="Tahoma"/>
              <a:cs typeface="Tahoma"/>
              <a:sym typeface="Tahoma"/>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To offer small group learning opportunity in Basic Prayer Counseling skills: interviewing, active listening, prayer, and small group dynamics.</a:t>
            </a:r>
            <a:endParaRPr/>
          </a:p>
          <a:p>
            <a:pPr marL="609600" lvl="0" indent="-609600" algn="l" rtl="0">
              <a:lnSpc>
                <a:spcPct val="100000"/>
              </a:lnSpc>
              <a:spcBef>
                <a:spcPts val="720"/>
              </a:spcBef>
              <a:spcAft>
                <a:spcPts val="0"/>
              </a:spcAft>
              <a:buClr>
                <a:schemeClr val="dk1"/>
              </a:buClr>
              <a:buSzPts val="3600"/>
              <a:buFont typeface="Tahoma"/>
              <a:buNone/>
            </a:pPr>
            <a:endParaRPr sz="3600" b="1" i="1" u="none">
              <a:solidFill>
                <a:schemeClr val="dk1"/>
              </a:solidFill>
              <a:latin typeface="Tahoma"/>
              <a:ea typeface="Tahoma"/>
              <a:cs typeface="Tahoma"/>
              <a:sym typeface="Tahoma"/>
            </a:endParaRPr>
          </a:p>
          <a:p>
            <a:pPr marL="0" lvl="0" indent="0" algn="ctr" rtl="0">
              <a:spcBef>
                <a:spcPts val="720"/>
              </a:spcBef>
              <a:spcAft>
                <a:spcPts val="0"/>
              </a:spcAft>
              <a:buClr>
                <a:schemeClr val="dk1"/>
              </a:buClr>
              <a:buSzPts val="3600"/>
              <a:buFont typeface="Tahoma"/>
              <a:buNone/>
            </a:pPr>
            <a:endParaRPr sz="3600" b="1" i="1" u="none">
              <a:solidFill>
                <a:schemeClr val="dk1"/>
              </a:solidFill>
              <a:latin typeface="Tahoma"/>
              <a:ea typeface="Tahoma"/>
              <a:cs typeface="Tahoma"/>
              <a:sym typeface="Tahoma"/>
            </a:endParaRPr>
          </a:p>
        </p:txBody>
      </p:sp>
      <p:cxnSp>
        <p:nvCxnSpPr>
          <p:cNvPr id="149" name="Google Shape;149;p21"/>
          <p:cNvCxnSpPr/>
          <p:nvPr/>
        </p:nvCxnSpPr>
        <p:spPr>
          <a:xfrm>
            <a:off x="457200" y="1524000"/>
            <a:ext cx="8153400" cy="0"/>
          </a:xfrm>
          <a:prstGeom prst="straightConnector1">
            <a:avLst/>
          </a:prstGeom>
          <a:noFill/>
          <a:ln w="76200" cap="flat" cmpd="sng">
            <a:solidFill>
              <a:srgbClr val="FF0000"/>
            </a:solidFill>
            <a:prstDash val="solid"/>
            <a:miter lim="800000"/>
            <a:headEnd type="none" w="med" len="med"/>
            <a:tailEnd type="none"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2"/>
          <p:cNvSpPr txBox="1">
            <a:spLocks noGrp="1"/>
          </p:cNvSpPr>
          <p:nvPr>
            <p:ph type="ctrTitle"/>
          </p:nvPr>
        </p:nvSpPr>
        <p:spPr>
          <a:xfrm>
            <a:off x="609600" y="228600"/>
            <a:ext cx="77724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000"/>
              <a:buFont typeface="Tahoma"/>
              <a:buNone/>
            </a:pPr>
            <a:r>
              <a:rPr lang="en-US" sz="4000" b="1" i="0" u="none">
                <a:solidFill>
                  <a:schemeClr val="dk2"/>
                </a:solidFill>
                <a:latin typeface="Tahoma"/>
                <a:ea typeface="Tahoma"/>
                <a:cs typeface="Tahoma"/>
                <a:sym typeface="Tahoma"/>
              </a:rPr>
              <a:t>WELCOME TO THE PRAYER</a:t>
            </a:r>
            <a:br>
              <a:rPr lang="en-US" sz="4000" b="1" i="0" u="none">
                <a:solidFill>
                  <a:schemeClr val="dk2"/>
                </a:solidFill>
                <a:latin typeface="Tahoma"/>
                <a:ea typeface="Tahoma"/>
                <a:cs typeface="Tahoma"/>
                <a:sym typeface="Tahoma"/>
              </a:rPr>
            </a:br>
            <a:r>
              <a:rPr lang="en-US" sz="4000" b="1" i="0" u="none">
                <a:solidFill>
                  <a:schemeClr val="dk2"/>
                </a:solidFill>
                <a:latin typeface="Tahoma"/>
                <a:ea typeface="Tahoma"/>
                <a:cs typeface="Tahoma"/>
                <a:sym typeface="Tahoma"/>
              </a:rPr>
              <a:t>COUNSELING SEMINAR</a:t>
            </a:r>
            <a:endParaRPr/>
          </a:p>
        </p:txBody>
      </p:sp>
      <p:sp>
        <p:nvSpPr>
          <p:cNvPr id="156" name="Google Shape;156;p22"/>
          <p:cNvSpPr txBox="1">
            <a:spLocks noGrp="1"/>
          </p:cNvSpPr>
          <p:nvPr>
            <p:ph type="subTitle" idx="1"/>
          </p:nvPr>
        </p:nvSpPr>
        <p:spPr>
          <a:xfrm>
            <a:off x="609600" y="1752600"/>
            <a:ext cx="8153400" cy="5410200"/>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Clr>
                <a:schemeClr val="dk1"/>
              </a:buClr>
              <a:buSzPts val="3600"/>
              <a:buFont typeface="Tahoma"/>
              <a:buNone/>
            </a:pPr>
            <a:r>
              <a:rPr lang="en-US" sz="3600" b="1" i="1" u="none">
                <a:solidFill>
                  <a:schemeClr val="dk1"/>
                </a:solidFill>
                <a:latin typeface="Tahoma"/>
                <a:ea typeface="Tahoma"/>
                <a:cs typeface="Tahoma"/>
                <a:sym typeface="Tahoma"/>
              </a:rPr>
              <a:t>HOUSE RULES:</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Prayer - all the time </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Full Participation Needed (no timeout)</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Avoid distractions - Cell Phones off until break time</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Small Groups - are very important</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Quiet time - Saturday night until Sunday worship</a:t>
            </a:r>
            <a:endParaRPr/>
          </a:p>
          <a:p>
            <a:pPr marL="0" lvl="0" indent="0" algn="ctr" rtl="0">
              <a:spcBef>
                <a:spcPts val="560"/>
              </a:spcBef>
              <a:spcAft>
                <a:spcPts val="0"/>
              </a:spcAft>
              <a:buClr>
                <a:schemeClr val="dk1"/>
              </a:buClr>
              <a:buSzPts val="2800"/>
              <a:buFont typeface="Tahoma"/>
              <a:buNone/>
            </a:pPr>
            <a:endParaRPr sz="2800" b="1" i="1" u="none">
              <a:solidFill>
                <a:schemeClr val="dk1"/>
              </a:solidFill>
              <a:latin typeface="Tahoma"/>
              <a:ea typeface="Tahoma"/>
              <a:cs typeface="Tahoma"/>
              <a:sym typeface="Tahoma"/>
            </a:endParaRPr>
          </a:p>
        </p:txBody>
      </p:sp>
      <p:cxnSp>
        <p:nvCxnSpPr>
          <p:cNvPr id="157" name="Google Shape;157;p22"/>
          <p:cNvCxnSpPr/>
          <p:nvPr/>
        </p:nvCxnSpPr>
        <p:spPr>
          <a:xfrm>
            <a:off x="457200" y="1524000"/>
            <a:ext cx="8153400" cy="0"/>
          </a:xfrm>
          <a:prstGeom prst="straightConnector1">
            <a:avLst/>
          </a:prstGeom>
          <a:noFill/>
          <a:ln w="76200" cap="flat" cmpd="sng">
            <a:solidFill>
              <a:srgbClr val="FF0000"/>
            </a:solidFill>
            <a:prstDash val="solid"/>
            <a:miter lim="800000"/>
            <a:headEnd type="none" w="med" len="med"/>
            <a:tailEnd type="non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3"/>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4400">
              <a:solidFill>
                <a:schemeClr val="dk2"/>
              </a:solidFill>
              <a:latin typeface="Tahoma"/>
              <a:ea typeface="Tahoma"/>
              <a:cs typeface="Tahoma"/>
              <a:sym typeface="Tahoma"/>
            </a:endParaRPr>
          </a:p>
        </p:txBody>
      </p:sp>
      <p:sp>
        <p:nvSpPr>
          <p:cNvPr id="163" name="Google Shape;163;p23"/>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marR="0" lvl="0" indent="-139700" algn="l" rtl="0">
              <a:spcBef>
                <a:spcPts val="0"/>
              </a:spcBef>
              <a:spcAft>
                <a:spcPts val="0"/>
              </a:spcAft>
              <a:buClr>
                <a:schemeClr val="dk1"/>
              </a:buClr>
              <a:buSzPts val="3200"/>
              <a:buFont typeface="Tahoma"/>
              <a:buNone/>
            </a:pPr>
            <a:endParaRPr sz="3200">
              <a:solidFill>
                <a:schemeClr val="dk1"/>
              </a:solidFill>
              <a:latin typeface="Tahoma"/>
              <a:ea typeface="Tahoma"/>
              <a:cs typeface="Tahoma"/>
              <a:sym typeface="Tahom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4"/>
          <p:cNvSpPr txBox="1">
            <a:spLocks noGrp="1"/>
          </p:cNvSpPr>
          <p:nvPr>
            <p:ph type="ctrTitle"/>
          </p:nvPr>
        </p:nvSpPr>
        <p:spPr>
          <a:xfrm>
            <a:off x="914400" y="26670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000"/>
              <a:buFont typeface="Tahoma"/>
              <a:buNone/>
            </a:pPr>
            <a:r>
              <a:rPr lang="en-US" sz="4000" b="1" i="0" u="none">
                <a:solidFill>
                  <a:schemeClr val="dk2"/>
                </a:solidFill>
                <a:latin typeface="Tahoma"/>
                <a:ea typeface="Tahoma"/>
                <a:cs typeface="Tahoma"/>
                <a:sym typeface="Tahoma"/>
              </a:rPr>
              <a:t>INGREDIENTS OF</a:t>
            </a:r>
            <a:br>
              <a:rPr lang="en-US" sz="4000" b="1" i="0" u="none">
                <a:solidFill>
                  <a:schemeClr val="dk2"/>
                </a:solidFill>
                <a:latin typeface="Tahoma"/>
                <a:ea typeface="Tahoma"/>
                <a:cs typeface="Tahoma"/>
                <a:sym typeface="Tahoma"/>
              </a:rPr>
            </a:br>
            <a:r>
              <a:rPr lang="en-US" sz="4000" b="1" i="0" u="none">
                <a:solidFill>
                  <a:schemeClr val="dk2"/>
                </a:solidFill>
                <a:latin typeface="Tahoma"/>
                <a:ea typeface="Tahoma"/>
                <a:cs typeface="Tahoma"/>
                <a:sym typeface="Tahoma"/>
              </a:rPr>
              <a:t>PRAYER HEALING</a:t>
            </a:r>
            <a:endParaRPr/>
          </a:p>
        </p:txBody>
      </p:sp>
      <p:sp>
        <p:nvSpPr>
          <p:cNvPr id="170" name="Google Shape;170;p24"/>
          <p:cNvSpPr txBox="1">
            <a:spLocks noGrp="1"/>
          </p:cNvSpPr>
          <p:nvPr>
            <p:ph type="subTitle" idx="1"/>
          </p:nvPr>
        </p:nvSpPr>
        <p:spPr>
          <a:xfrm>
            <a:off x="1371600" y="5029200"/>
            <a:ext cx="6400800" cy="1371600"/>
          </a:xfrm>
          <a:prstGeom prst="rect">
            <a:avLst/>
          </a:prstGeom>
          <a:noFill/>
          <a:ln>
            <a:noFill/>
          </a:ln>
        </p:spPr>
        <p:txBody>
          <a:bodyPr spcFirstLastPara="1" wrap="square" lIns="91425" tIns="45700" rIns="91425" bIns="45700" anchor="t" anchorCtr="0">
            <a:noAutofit/>
          </a:bodyPr>
          <a:lstStyle/>
          <a:p>
            <a:pPr marL="0" lvl="0" indent="0" algn="ctr" rtl="0">
              <a:spcBef>
                <a:spcPts val="480"/>
              </a:spcBef>
              <a:spcAft>
                <a:spcPts val="0"/>
              </a:spcAft>
              <a:buClr>
                <a:schemeClr val="dk1"/>
              </a:buClr>
              <a:buSzPts val="2400"/>
              <a:buFont typeface="Tahoma"/>
              <a:buNone/>
            </a:pPr>
            <a:r>
              <a:rPr lang="en-US" sz="2400" b="1"/>
              <a:t>FEBRUARY 11 - 12, 2023</a:t>
            </a:r>
            <a:endParaRPr sz="2400" b="1"/>
          </a:p>
          <a:p>
            <a:pPr marL="0" lvl="0" indent="0" algn="ctr" rtl="0">
              <a:spcBef>
                <a:spcPts val="480"/>
              </a:spcBef>
              <a:spcAft>
                <a:spcPts val="0"/>
              </a:spcAft>
              <a:buClr>
                <a:schemeClr val="dk1"/>
              </a:buClr>
              <a:buSzPts val="2400"/>
              <a:buFont typeface="Tahoma"/>
              <a:buNone/>
            </a:pPr>
            <a:r>
              <a:rPr lang="en-US" sz="2400" b="1"/>
              <a:t>METRO MANILA</a:t>
            </a:r>
            <a:endParaRPr sz="2400" b="1"/>
          </a:p>
          <a:p>
            <a:pPr marL="0" lvl="0" indent="0" algn="ctr" rtl="0">
              <a:lnSpc>
                <a:spcPct val="100000"/>
              </a:lnSpc>
              <a:spcBef>
                <a:spcPts val="560"/>
              </a:spcBef>
              <a:spcAft>
                <a:spcPts val="0"/>
              </a:spcAft>
              <a:buClr>
                <a:schemeClr val="dk1"/>
              </a:buClr>
              <a:buSzPts val="2800"/>
              <a:buFont typeface="Tahoma"/>
              <a:buNone/>
            </a:pPr>
            <a:endParaRPr sz="2800" b="1"/>
          </a:p>
        </p:txBody>
      </p:sp>
      <p:pic>
        <p:nvPicPr>
          <p:cNvPr id="171" name="Google Shape;171;p24" descr="BHEADP"/>
          <p:cNvPicPr preferRelativeResize="0"/>
          <p:nvPr/>
        </p:nvPicPr>
        <p:blipFill rotWithShape="1">
          <a:blip r:embed="rId3">
            <a:alphaModFix/>
          </a:blip>
          <a:srcRect/>
          <a:stretch/>
        </p:blipFill>
        <p:spPr>
          <a:xfrm>
            <a:off x="1066800" y="304800"/>
            <a:ext cx="8077200" cy="1066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5"/>
          <p:cNvSpPr txBox="1">
            <a:spLocks noGrp="1"/>
          </p:cNvSpPr>
          <p:nvPr>
            <p:ph type="ctrTitle"/>
          </p:nvPr>
        </p:nvSpPr>
        <p:spPr>
          <a:xfrm>
            <a:off x="609600" y="228600"/>
            <a:ext cx="77724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000"/>
              <a:buFont typeface="Tahoma"/>
              <a:buNone/>
            </a:pPr>
            <a:r>
              <a:rPr lang="en-US" sz="4000" b="1" i="0" u="none">
                <a:solidFill>
                  <a:schemeClr val="dk2"/>
                </a:solidFill>
                <a:latin typeface="Tahoma"/>
                <a:ea typeface="Tahoma"/>
                <a:cs typeface="Tahoma"/>
                <a:sym typeface="Tahoma"/>
              </a:rPr>
              <a:t>INGREDIENTS OF</a:t>
            </a:r>
            <a:br>
              <a:rPr lang="en-US" sz="4000" b="1" i="0" u="none">
                <a:solidFill>
                  <a:schemeClr val="dk2"/>
                </a:solidFill>
                <a:latin typeface="Tahoma"/>
                <a:ea typeface="Tahoma"/>
                <a:cs typeface="Tahoma"/>
                <a:sym typeface="Tahoma"/>
              </a:rPr>
            </a:br>
            <a:r>
              <a:rPr lang="en-US" sz="4000" b="1" i="0" u="none">
                <a:solidFill>
                  <a:schemeClr val="dk2"/>
                </a:solidFill>
                <a:latin typeface="Tahoma"/>
                <a:ea typeface="Tahoma"/>
                <a:cs typeface="Tahoma"/>
                <a:sym typeface="Tahoma"/>
              </a:rPr>
              <a:t>PRAYER COUNSELING</a:t>
            </a:r>
            <a:endParaRPr/>
          </a:p>
        </p:txBody>
      </p:sp>
      <p:sp>
        <p:nvSpPr>
          <p:cNvPr id="178" name="Google Shape;178;p25"/>
          <p:cNvSpPr txBox="1">
            <a:spLocks noGrp="1"/>
          </p:cNvSpPr>
          <p:nvPr>
            <p:ph type="subTitle" idx="1"/>
          </p:nvPr>
        </p:nvSpPr>
        <p:spPr>
          <a:xfrm>
            <a:off x="609600" y="1752600"/>
            <a:ext cx="8153400" cy="5410200"/>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Clr>
                <a:schemeClr val="dk1"/>
              </a:buClr>
              <a:buSzPts val="3200"/>
              <a:buFont typeface="Noto Sans Symbols"/>
              <a:buAutoNum type="arabicPeriod"/>
            </a:pPr>
            <a:r>
              <a:rPr lang="en-US" sz="3200" b="1" i="1" u="none">
                <a:solidFill>
                  <a:schemeClr val="dk1"/>
                </a:solidFill>
                <a:latin typeface="Tahoma"/>
                <a:ea typeface="Tahoma"/>
                <a:cs typeface="Tahoma"/>
                <a:sym typeface="Tahoma"/>
              </a:rPr>
              <a:t>Recognition</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Examining the fruit (Lk 6:43)</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Asking questions (Is51: 1-2; Lk6: 46-49; Is 48:8)</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“Tuning in” empathically through the Holy Spirit</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Words of knowledge (1Cor 12:8)</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Visions/dreams from the Lord</a:t>
            </a:r>
            <a:endParaRPr/>
          </a:p>
        </p:txBody>
      </p:sp>
      <p:cxnSp>
        <p:nvCxnSpPr>
          <p:cNvPr id="179" name="Google Shape;179;p25"/>
          <p:cNvCxnSpPr/>
          <p:nvPr/>
        </p:nvCxnSpPr>
        <p:spPr>
          <a:xfrm>
            <a:off x="457200" y="1524000"/>
            <a:ext cx="8153400" cy="0"/>
          </a:xfrm>
          <a:prstGeom prst="straightConnector1">
            <a:avLst/>
          </a:prstGeom>
          <a:noFill/>
          <a:ln w="76200" cap="flat" cmpd="sng">
            <a:solidFill>
              <a:srgbClr val="FF0000"/>
            </a:solidFill>
            <a:prstDash val="solid"/>
            <a:miter lim="800000"/>
            <a:headEnd type="none" w="med" len="med"/>
            <a:tailEnd type="non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6"/>
          <p:cNvSpPr txBox="1">
            <a:spLocks noGrp="1"/>
          </p:cNvSpPr>
          <p:nvPr>
            <p:ph type="ctrTitle"/>
          </p:nvPr>
        </p:nvSpPr>
        <p:spPr>
          <a:xfrm>
            <a:off x="609600" y="228600"/>
            <a:ext cx="77724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000"/>
              <a:buFont typeface="Tahoma"/>
              <a:buNone/>
            </a:pPr>
            <a:r>
              <a:rPr lang="en-US" sz="4000" b="1" i="0" u="none">
                <a:solidFill>
                  <a:schemeClr val="dk2"/>
                </a:solidFill>
                <a:latin typeface="Tahoma"/>
                <a:ea typeface="Tahoma"/>
                <a:cs typeface="Tahoma"/>
                <a:sym typeface="Tahoma"/>
              </a:rPr>
              <a:t>INGREDIENTS OF</a:t>
            </a:r>
            <a:br>
              <a:rPr lang="en-US" sz="4000" b="1" i="0" u="none">
                <a:solidFill>
                  <a:schemeClr val="dk2"/>
                </a:solidFill>
                <a:latin typeface="Tahoma"/>
                <a:ea typeface="Tahoma"/>
                <a:cs typeface="Tahoma"/>
                <a:sym typeface="Tahoma"/>
              </a:rPr>
            </a:br>
            <a:r>
              <a:rPr lang="en-US" sz="4000" b="1" i="0" u="none">
                <a:solidFill>
                  <a:schemeClr val="dk2"/>
                </a:solidFill>
                <a:latin typeface="Tahoma"/>
                <a:ea typeface="Tahoma"/>
                <a:cs typeface="Tahoma"/>
                <a:sym typeface="Tahoma"/>
              </a:rPr>
              <a:t>PRAYER COUNSELING</a:t>
            </a:r>
            <a:endParaRPr/>
          </a:p>
        </p:txBody>
      </p:sp>
      <p:sp>
        <p:nvSpPr>
          <p:cNvPr id="186" name="Google Shape;186;p26"/>
          <p:cNvSpPr txBox="1">
            <a:spLocks noGrp="1"/>
          </p:cNvSpPr>
          <p:nvPr>
            <p:ph type="subTitle" idx="1"/>
          </p:nvPr>
        </p:nvSpPr>
        <p:spPr>
          <a:xfrm>
            <a:off x="609600" y="1752600"/>
            <a:ext cx="8153400" cy="5410200"/>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Clr>
                <a:schemeClr val="dk1"/>
              </a:buClr>
              <a:buSzPts val="3200"/>
              <a:buFont typeface="Noto Sans Symbols"/>
              <a:buAutoNum type="arabicPeriod" startAt="2"/>
            </a:pPr>
            <a:r>
              <a:rPr lang="en-US" sz="3200" b="1" i="1" u="none">
                <a:solidFill>
                  <a:schemeClr val="dk1"/>
                </a:solidFill>
                <a:latin typeface="Tahoma"/>
                <a:ea typeface="Tahoma"/>
                <a:cs typeface="Tahoma"/>
                <a:sym typeface="Tahoma"/>
              </a:rPr>
              <a:t>Repentance</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To exercise a godly grief (based on God’s Love), resulting in real change</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Not merely wishing we’d done better but feeling sorry for ourselves</a:t>
            </a:r>
            <a:endParaRPr/>
          </a:p>
          <a:p>
            <a:pPr marL="990600" lvl="1" indent="-355600" algn="l" rtl="0">
              <a:lnSpc>
                <a:spcPct val="100000"/>
              </a:lnSpc>
              <a:spcBef>
                <a:spcPts val="560"/>
              </a:spcBef>
              <a:spcAft>
                <a:spcPts val="0"/>
              </a:spcAft>
              <a:buClr>
                <a:schemeClr val="dk1"/>
              </a:buClr>
              <a:buSzPts val="2800"/>
              <a:buFont typeface="Noto Sans Symbols"/>
              <a:buNone/>
            </a:pPr>
            <a:endParaRPr sz="2800" b="1" i="1" u="none">
              <a:solidFill>
                <a:schemeClr val="dk1"/>
              </a:solidFill>
              <a:latin typeface="Tahoma"/>
              <a:ea typeface="Tahoma"/>
              <a:cs typeface="Tahoma"/>
              <a:sym typeface="Tahoma"/>
            </a:endParaRPr>
          </a:p>
          <a:p>
            <a:pPr marL="609600" lvl="0" indent="-609600" algn="l" rtl="0">
              <a:lnSpc>
                <a:spcPct val="100000"/>
              </a:lnSpc>
              <a:spcBef>
                <a:spcPts val="640"/>
              </a:spcBef>
              <a:spcAft>
                <a:spcPts val="0"/>
              </a:spcAft>
              <a:buClr>
                <a:schemeClr val="dk1"/>
              </a:buClr>
              <a:buSzPts val="3200"/>
              <a:buFont typeface="Noto Sans Symbols"/>
              <a:buAutoNum type="arabicPeriod" startAt="2"/>
            </a:pPr>
            <a:r>
              <a:rPr lang="en-US" sz="3200" b="1" i="1" u="none">
                <a:solidFill>
                  <a:schemeClr val="dk1"/>
                </a:solidFill>
                <a:latin typeface="Tahoma"/>
                <a:ea typeface="Tahoma"/>
                <a:cs typeface="Tahoma"/>
                <a:sym typeface="Tahoma"/>
              </a:rPr>
              <a:t>Sacrament of Reconciliation -Confessions of sins (Jam 5:16)</a:t>
            </a:r>
            <a:endParaRPr/>
          </a:p>
          <a:p>
            <a:pPr marL="990600" lvl="1" indent="-355600" algn="l" rtl="0">
              <a:lnSpc>
                <a:spcPct val="100000"/>
              </a:lnSpc>
              <a:spcBef>
                <a:spcPts val="560"/>
              </a:spcBef>
              <a:spcAft>
                <a:spcPts val="0"/>
              </a:spcAft>
              <a:buClr>
                <a:schemeClr val="dk1"/>
              </a:buClr>
              <a:buSzPts val="2800"/>
              <a:buFont typeface="Noto Sans Symbols"/>
              <a:buNone/>
            </a:pPr>
            <a:endParaRPr sz="2800" b="1" i="1" u="none">
              <a:solidFill>
                <a:schemeClr val="dk1"/>
              </a:solidFill>
              <a:latin typeface="Tahoma"/>
              <a:ea typeface="Tahoma"/>
              <a:cs typeface="Tahoma"/>
              <a:sym typeface="Tahoma"/>
            </a:endParaRPr>
          </a:p>
          <a:p>
            <a:pPr marL="0" lvl="0" indent="0" algn="ctr" rtl="0">
              <a:spcBef>
                <a:spcPts val="560"/>
              </a:spcBef>
              <a:spcAft>
                <a:spcPts val="0"/>
              </a:spcAft>
              <a:buClr>
                <a:schemeClr val="dk1"/>
              </a:buClr>
              <a:buSzPts val="2800"/>
              <a:buFont typeface="Tahoma"/>
              <a:buNone/>
            </a:pPr>
            <a:endParaRPr sz="2800" b="1" i="1" u="none">
              <a:solidFill>
                <a:schemeClr val="dk1"/>
              </a:solidFill>
              <a:latin typeface="Tahoma"/>
              <a:ea typeface="Tahoma"/>
              <a:cs typeface="Tahoma"/>
              <a:sym typeface="Tahoma"/>
            </a:endParaRPr>
          </a:p>
        </p:txBody>
      </p:sp>
      <p:cxnSp>
        <p:nvCxnSpPr>
          <p:cNvPr id="187" name="Google Shape;187;p26"/>
          <p:cNvCxnSpPr/>
          <p:nvPr/>
        </p:nvCxnSpPr>
        <p:spPr>
          <a:xfrm>
            <a:off x="457200" y="1524000"/>
            <a:ext cx="8153400" cy="0"/>
          </a:xfrm>
          <a:prstGeom prst="straightConnector1">
            <a:avLst/>
          </a:prstGeom>
          <a:noFill/>
          <a:ln w="76200" cap="flat" cmpd="sng">
            <a:solidFill>
              <a:srgbClr val="FF0000"/>
            </a:solidFill>
            <a:prstDash val="solid"/>
            <a:miter lim="800000"/>
            <a:headEnd type="none" w="med" len="med"/>
            <a:tailEnd type="non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7"/>
          <p:cNvSpPr txBox="1">
            <a:spLocks noGrp="1"/>
          </p:cNvSpPr>
          <p:nvPr>
            <p:ph type="ctrTitle"/>
          </p:nvPr>
        </p:nvSpPr>
        <p:spPr>
          <a:xfrm>
            <a:off x="609600" y="228600"/>
            <a:ext cx="77724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000"/>
              <a:buFont typeface="Tahoma"/>
              <a:buNone/>
            </a:pPr>
            <a:r>
              <a:rPr lang="en-US" sz="4000" b="1" i="0" u="none">
                <a:solidFill>
                  <a:schemeClr val="dk2"/>
                </a:solidFill>
                <a:latin typeface="Tahoma"/>
                <a:ea typeface="Tahoma"/>
                <a:cs typeface="Tahoma"/>
                <a:sym typeface="Tahoma"/>
              </a:rPr>
              <a:t>INGREDIENTS OF</a:t>
            </a:r>
            <a:br>
              <a:rPr lang="en-US" sz="4000" b="1" i="0" u="none">
                <a:solidFill>
                  <a:schemeClr val="dk2"/>
                </a:solidFill>
                <a:latin typeface="Tahoma"/>
                <a:ea typeface="Tahoma"/>
                <a:cs typeface="Tahoma"/>
                <a:sym typeface="Tahoma"/>
              </a:rPr>
            </a:br>
            <a:r>
              <a:rPr lang="en-US" sz="4000" b="1" i="0" u="none">
                <a:solidFill>
                  <a:schemeClr val="dk2"/>
                </a:solidFill>
                <a:latin typeface="Tahoma"/>
                <a:ea typeface="Tahoma"/>
                <a:cs typeface="Tahoma"/>
                <a:sym typeface="Tahoma"/>
              </a:rPr>
              <a:t>PRAYER COUNSELING</a:t>
            </a:r>
            <a:endParaRPr/>
          </a:p>
        </p:txBody>
      </p:sp>
      <p:sp>
        <p:nvSpPr>
          <p:cNvPr id="194" name="Google Shape;194;p27"/>
          <p:cNvSpPr txBox="1">
            <a:spLocks noGrp="1"/>
          </p:cNvSpPr>
          <p:nvPr>
            <p:ph type="subTitle" idx="1"/>
          </p:nvPr>
        </p:nvSpPr>
        <p:spPr>
          <a:xfrm>
            <a:off x="609600" y="1752600"/>
            <a:ext cx="8153400" cy="5410200"/>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Clr>
                <a:schemeClr val="dk1"/>
              </a:buClr>
              <a:buSzPts val="3200"/>
              <a:buFont typeface="Noto Sans Symbols"/>
              <a:buAutoNum type="arabicPeriod" startAt="4"/>
            </a:pPr>
            <a:r>
              <a:rPr lang="en-US" sz="3200" b="1" i="1" u="none">
                <a:solidFill>
                  <a:schemeClr val="dk1"/>
                </a:solidFill>
                <a:latin typeface="Tahoma"/>
                <a:ea typeface="Tahoma"/>
                <a:cs typeface="Tahoma"/>
                <a:sym typeface="Tahoma"/>
              </a:rPr>
              <a:t>Forgiveness</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Forgive those who have hurt them (guilty or not)</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Themselves</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God</a:t>
            </a:r>
            <a:endParaRPr/>
          </a:p>
          <a:p>
            <a:pPr marL="990600" lvl="1" indent="-355600" algn="l" rtl="0">
              <a:lnSpc>
                <a:spcPct val="100000"/>
              </a:lnSpc>
              <a:spcBef>
                <a:spcPts val="560"/>
              </a:spcBef>
              <a:spcAft>
                <a:spcPts val="0"/>
              </a:spcAft>
              <a:buClr>
                <a:schemeClr val="dk1"/>
              </a:buClr>
              <a:buSzPts val="2800"/>
              <a:buFont typeface="Noto Sans Symbols"/>
              <a:buNone/>
            </a:pPr>
            <a:endParaRPr sz="2800" b="1" i="1" u="none">
              <a:solidFill>
                <a:schemeClr val="dk1"/>
              </a:solidFill>
              <a:latin typeface="Tahoma"/>
              <a:ea typeface="Tahoma"/>
              <a:cs typeface="Tahoma"/>
              <a:sym typeface="Tahoma"/>
            </a:endParaRPr>
          </a:p>
          <a:p>
            <a:pPr marL="0" lvl="0" indent="0" algn="ctr" rtl="0">
              <a:spcBef>
                <a:spcPts val="560"/>
              </a:spcBef>
              <a:spcAft>
                <a:spcPts val="0"/>
              </a:spcAft>
              <a:buClr>
                <a:schemeClr val="dk1"/>
              </a:buClr>
              <a:buSzPts val="2800"/>
              <a:buFont typeface="Tahoma"/>
              <a:buNone/>
            </a:pPr>
            <a:endParaRPr sz="2800" b="1" i="1" u="none">
              <a:solidFill>
                <a:schemeClr val="dk1"/>
              </a:solidFill>
              <a:latin typeface="Tahoma"/>
              <a:ea typeface="Tahoma"/>
              <a:cs typeface="Tahoma"/>
              <a:sym typeface="Tahoma"/>
            </a:endParaRPr>
          </a:p>
        </p:txBody>
      </p:sp>
      <p:cxnSp>
        <p:nvCxnSpPr>
          <p:cNvPr id="195" name="Google Shape;195;p27"/>
          <p:cNvCxnSpPr/>
          <p:nvPr/>
        </p:nvCxnSpPr>
        <p:spPr>
          <a:xfrm>
            <a:off x="457200" y="1524000"/>
            <a:ext cx="8153400" cy="0"/>
          </a:xfrm>
          <a:prstGeom prst="straightConnector1">
            <a:avLst/>
          </a:prstGeom>
          <a:noFill/>
          <a:ln w="76200" cap="flat" cmpd="sng">
            <a:solidFill>
              <a:srgbClr val="FF0000"/>
            </a:solidFill>
            <a:prstDash val="solid"/>
            <a:miter lim="800000"/>
            <a:headEnd type="none" w="med" len="med"/>
            <a:tailEnd type="non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8"/>
          <p:cNvSpPr txBox="1">
            <a:spLocks noGrp="1"/>
          </p:cNvSpPr>
          <p:nvPr>
            <p:ph type="ctrTitle"/>
          </p:nvPr>
        </p:nvSpPr>
        <p:spPr>
          <a:xfrm>
            <a:off x="609600" y="228600"/>
            <a:ext cx="77724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000"/>
              <a:buFont typeface="Tahoma"/>
              <a:buNone/>
            </a:pPr>
            <a:r>
              <a:rPr lang="en-US" sz="4000" b="1" i="0" u="none">
                <a:solidFill>
                  <a:schemeClr val="dk2"/>
                </a:solidFill>
                <a:latin typeface="Tahoma"/>
                <a:ea typeface="Tahoma"/>
                <a:cs typeface="Tahoma"/>
                <a:sym typeface="Tahoma"/>
              </a:rPr>
              <a:t>INGREDIENTS OF</a:t>
            </a:r>
            <a:br>
              <a:rPr lang="en-US" sz="4000" b="1" i="0" u="none">
                <a:solidFill>
                  <a:schemeClr val="dk2"/>
                </a:solidFill>
                <a:latin typeface="Tahoma"/>
                <a:ea typeface="Tahoma"/>
                <a:cs typeface="Tahoma"/>
                <a:sym typeface="Tahoma"/>
              </a:rPr>
            </a:br>
            <a:r>
              <a:rPr lang="en-US" sz="4000" b="1" i="0" u="none">
                <a:solidFill>
                  <a:schemeClr val="dk2"/>
                </a:solidFill>
                <a:latin typeface="Tahoma"/>
                <a:ea typeface="Tahoma"/>
                <a:cs typeface="Tahoma"/>
                <a:sym typeface="Tahoma"/>
              </a:rPr>
              <a:t>PRAYER COUNSELING</a:t>
            </a:r>
            <a:endParaRPr/>
          </a:p>
        </p:txBody>
      </p:sp>
      <p:sp>
        <p:nvSpPr>
          <p:cNvPr id="202" name="Google Shape;202;p28"/>
          <p:cNvSpPr txBox="1">
            <a:spLocks noGrp="1"/>
          </p:cNvSpPr>
          <p:nvPr>
            <p:ph type="subTitle" idx="1"/>
          </p:nvPr>
        </p:nvSpPr>
        <p:spPr>
          <a:xfrm>
            <a:off x="609600" y="1752600"/>
            <a:ext cx="8153400" cy="5410200"/>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Clr>
                <a:schemeClr val="dk1"/>
              </a:buClr>
              <a:buSzPts val="3200"/>
              <a:buFont typeface="Noto Sans Symbols"/>
              <a:buAutoNum type="arabicPeriod" startAt="5"/>
            </a:pPr>
            <a:r>
              <a:rPr lang="en-US" sz="3200" b="1" i="1" u="none">
                <a:solidFill>
                  <a:schemeClr val="dk1"/>
                </a:solidFill>
                <a:latin typeface="Tahoma"/>
                <a:ea typeface="Tahoma"/>
                <a:cs typeface="Tahoma"/>
                <a:sym typeface="Tahoma"/>
              </a:rPr>
              <a:t>Comfort for wounded spirit (2Cor 1:3-4)</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To strengthen and encourage for the work that lies ahead</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To comfort until the person is ready to continue – not beyond into self pity</a:t>
            </a:r>
            <a:endParaRPr/>
          </a:p>
          <a:p>
            <a:pPr marL="609600" lvl="0" indent="-406400" algn="l" rtl="0">
              <a:lnSpc>
                <a:spcPct val="100000"/>
              </a:lnSpc>
              <a:spcBef>
                <a:spcPts val="640"/>
              </a:spcBef>
              <a:spcAft>
                <a:spcPts val="0"/>
              </a:spcAft>
              <a:buClr>
                <a:schemeClr val="dk1"/>
              </a:buClr>
              <a:buSzPts val="3200"/>
              <a:buFont typeface="Noto Sans Symbols"/>
              <a:buNone/>
            </a:pPr>
            <a:endParaRPr sz="3200" b="1" i="1" u="none">
              <a:solidFill>
                <a:schemeClr val="dk1"/>
              </a:solidFill>
              <a:latin typeface="Tahoma"/>
              <a:ea typeface="Tahoma"/>
              <a:cs typeface="Tahoma"/>
              <a:sym typeface="Tahoma"/>
            </a:endParaRPr>
          </a:p>
          <a:p>
            <a:pPr marL="990600" lvl="1" indent="-355600" algn="l" rtl="0">
              <a:lnSpc>
                <a:spcPct val="100000"/>
              </a:lnSpc>
              <a:spcBef>
                <a:spcPts val="560"/>
              </a:spcBef>
              <a:spcAft>
                <a:spcPts val="0"/>
              </a:spcAft>
              <a:buClr>
                <a:schemeClr val="dk1"/>
              </a:buClr>
              <a:buSzPts val="2800"/>
              <a:buFont typeface="Noto Sans Symbols"/>
              <a:buNone/>
            </a:pPr>
            <a:endParaRPr sz="2800" b="1" i="1" u="none">
              <a:solidFill>
                <a:schemeClr val="dk1"/>
              </a:solidFill>
              <a:latin typeface="Tahoma"/>
              <a:ea typeface="Tahoma"/>
              <a:cs typeface="Tahoma"/>
              <a:sym typeface="Tahoma"/>
            </a:endParaRPr>
          </a:p>
          <a:p>
            <a:pPr marL="0" lvl="0" indent="0" algn="ctr" rtl="0">
              <a:spcBef>
                <a:spcPts val="560"/>
              </a:spcBef>
              <a:spcAft>
                <a:spcPts val="0"/>
              </a:spcAft>
              <a:buClr>
                <a:schemeClr val="dk1"/>
              </a:buClr>
              <a:buSzPts val="2800"/>
              <a:buFont typeface="Tahoma"/>
              <a:buNone/>
            </a:pPr>
            <a:endParaRPr sz="2800" b="1" i="1" u="none">
              <a:solidFill>
                <a:schemeClr val="dk1"/>
              </a:solidFill>
              <a:latin typeface="Tahoma"/>
              <a:ea typeface="Tahoma"/>
              <a:cs typeface="Tahoma"/>
              <a:sym typeface="Tahoma"/>
            </a:endParaRPr>
          </a:p>
        </p:txBody>
      </p:sp>
      <p:cxnSp>
        <p:nvCxnSpPr>
          <p:cNvPr id="203" name="Google Shape;203;p28"/>
          <p:cNvCxnSpPr/>
          <p:nvPr/>
        </p:nvCxnSpPr>
        <p:spPr>
          <a:xfrm>
            <a:off x="457200" y="1524000"/>
            <a:ext cx="8153400" cy="0"/>
          </a:xfrm>
          <a:prstGeom prst="straightConnector1">
            <a:avLst/>
          </a:prstGeom>
          <a:noFill/>
          <a:ln w="76200" cap="flat" cmpd="sng">
            <a:solidFill>
              <a:srgbClr val="FF0000"/>
            </a:solidFill>
            <a:prstDash val="solid"/>
            <a:miter lim="800000"/>
            <a:headEnd type="none" w="med" len="med"/>
            <a:tailEnd type="non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9"/>
          <p:cNvSpPr txBox="1">
            <a:spLocks noGrp="1"/>
          </p:cNvSpPr>
          <p:nvPr>
            <p:ph type="ctrTitle"/>
          </p:nvPr>
        </p:nvSpPr>
        <p:spPr>
          <a:xfrm>
            <a:off x="609600" y="228600"/>
            <a:ext cx="77724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000"/>
              <a:buFont typeface="Tahoma"/>
              <a:buNone/>
            </a:pPr>
            <a:r>
              <a:rPr lang="en-US" sz="4000" b="1" i="0" u="none">
                <a:solidFill>
                  <a:schemeClr val="dk2"/>
                </a:solidFill>
                <a:latin typeface="Tahoma"/>
                <a:ea typeface="Tahoma"/>
                <a:cs typeface="Tahoma"/>
                <a:sym typeface="Tahoma"/>
              </a:rPr>
              <a:t>INGREDIENTS OF</a:t>
            </a:r>
            <a:br>
              <a:rPr lang="en-US" sz="4000" b="1" i="0" u="none">
                <a:solidFill>
                  <a:schemeClr val="dk2"/>
                </a:solidFill>
                <a:latin typeface="Tahoma"/>
                <a:ea typeface="Tahoma"/>
                <a:cs typeface="Tahoma"/>
                <a:sym typeface="Tahoma"/>
              </a:rPr>
            </a:br>
            <a:r>
              <a:rPr lang="en-US" sz="4000" b="1" i="0" u="none">
                <a:solidFill>
                  <a:schemeClr val="dk2"/>
                </a:solidFill>
                <a:latin typeface="Tahoma"/>
                <a:ea typeface="Tahoma"/>
                <a:cs typeface="Tahoma"/>
                <a:sym typeface="Tahoma"/>
              </a:rPr>
              <a:t>PRAYER COUNSELING</a:t>
            </a:r>
            <a:endParaRPr/>
          </a:p>
        </p:txBody>
      </p:sp>
      <p:sp>
        <p:nvSpPr>
          <p:cNvPr id="210" name="Google Shape;210;p29"/>
          <p:cNvSpPr txBox="1">
            <a:spLocks noGrp="1"/>
          </p:cNvSpPr>
          <p:nvPr>
            <p:ph type="subTitle" idx="1"/>
          </p:nvPr>
        </p:nvSpPr>
        <p:spPr>
          <a:xfrm>
            <a:off x="609600" y="1752600"/>
            <a:ext cx="8153400" cy="5410200"/>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Clr>
                <a:schemeClr val="dk1"/>
              </a:buClr>
              <a:buSzPts val="3200"/>
              <a:buFont typeface="Noto Sans Symbols"/>
              <a:buAutoNum type="arabicPeriod" startAt="6"/>
            </a:pPr>
            <a:r>
              <a:rPr lang="en-US" sz="3200" b="1" i="1" u="none">
                <a:solidFill>
                  <a:schemeClr val="dk1"/>
                </a:solidFill>
                <a:latin typeface="Tahoma"/>
                <a:ea typeface="Tahoma"/>
                <a:cs typeface="Tahoma"/>
                <a:sym typeface="Tahoma"/>
              </a:rPr>
              <a:t>Prayer for the Counselee</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For the right spirit (Ez 11:19)</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For a new heart (Ez 11:19; 36:26)</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For a new mind (Ep 4:17-18)</a:t>
            </a:r>
            <a:endParaRPr/>
          </a:p>
          <a:p>
            <a:pPr marL="990600" lvl="1" indent="-355600" algn="l" rtl="0">
              <a:lnSpc>
                <a:spcPct val="100000"/>
              </a:lnSpc>
              <a:spcBef>
                <a:spcPts val="560"/>
              </a:spcBef>
              <a:spcAft>
                <a:spcPts val="0"/>
              </a:spcAft>
              <a:buClr>
                <a:schemeClr val="dk1"/>
              </a:buClr>
              <a:buSzPts val="2800"/>
              <a:buFont typeface="Noto Sans Symbols"/>
              <a:buNone/>
            </a:pPr>
            <a:endParaRPr sz="2800" b="1" i="1" u="none">
              <a:solidFill>
                <a:schemeClr val="dk1"/>
              </a:solidFill>
              <a:latin typeface="Tahoma"/>
              <a:ea typeface="Tahoma"/>
              <a:cs typeface="Tahoma"/>
              <a:sym typeface="Tahoma"/>
            </a:endParaRPr>
          </a:p>
          <a:p>
            <a:pPr marL="609600" lvl="0" indent="-609600" algn="l" rtl="0">
              <a:lnSpc>
                <a:spcPct val="100000"/>
              </a:lnSpc>
              <a:spcBef>
                <a:spcPts val="640"/>
              </a:spcBef>
              <a:spcAft>
                <a:spcPts val="0"/>
              </a:spcAft>
              <a:buClr>
                <a:schemeClr val="dk1"/>
              </a:buClr>
              <a:buSzPts val="3200"/>
              <a:buFont typeface="Noto Sans Symbols"/>
              <a:buAutoNum type="arabicPeriod" startAt="6"/>
            </a:pPr>
            <a:r>
              <a:rPr lang="en-US" sz="3200" b="1" i="1" u="none">
                <a:solidFill>
                  <a:schemeClr val="dk1"/>
                </a:solidFill>
                <a:latin typeface="Tahoma"/>
                <a:ea typeface="Tahoma"/>
                <a:cs typeface="Tahoma"/>
                <a:sym typeface="Tahoma"/>
              </a:rPr>
              <a:t>Bringing Structures to Death to the Cross (Col 3:5, 8-10; Ep 4:22-24; Rm 8:13)</a:t>
            </a:r>
            <a:endParaRPr/>
          </a:p>
          <a:p>
            <a:pPr marL="990600" lvl="1" indent="-355600" algn="l" rtl="0">
              <a:lnSpc>
                <a:spcPct val="100000"/>
              </a:lnSpc>
              <a:spcBef>
                <a:spcPts val="560"/>
              </a:spcBef>
              <a:spcAft>
                <a:spcPts val="0"/>
              </a:spcAft>
              <a:buClr>
                <a:schemeClr val="dk1"/>
              </a:buClr>
              <a:buSzPts val="2800"/>
              <a:buFont typeface="Noto Sans Symbols"/>
              <a:buNone/>
            </a:pPr>
            <a:endParaRPr sz="2800" b="1" i="1" u="none">
              <a:solidFill>
                <a:schemeClr val="dk1"/>
              </a:solidFill>
              <a:latin typeface="Tahoma"/>
              <a:ea typeface="Tahoma"/>
              <a:cs typeface="Tahoma"/>
              <a:sym typeface="Tahoma"/>
            </a:endParaRPr>
          </a:p>
          <a:p>
            <a:pPr marL="0" lvl="0" indent="0" algn="ctr" rtl="0">
              <a:spcBef>
                <a:spcPts val="560"/>
              </a:spcBef>
              <a:spcAft>
                <a:spcPts val="0"/>
              </a:spcAft>
              <a:buClr>
                <a:schemeClr val="dk1"/>
              </a:buClr>
              <a:buSzPts val="2800"/>
              <a:buFont typeface="Tahoma"/>
              <a:buNone/>
            </a:pPr>
            <a:endParaRPr sz="2800" b="1" i="1" u="none">
              <a:solidFill>
                <a:schemeClr val="dk1"/>
              </a:solidFill>
              <a:latin typeface="Tahoma"/>
              <a:ea typeface="Tahoma"/>
              <a:cs typeface="Tahoma"/>
              <a:sym typeface="Tahoma"/>
            </a:endParaRPr>
          </a:p>
        </p:txBody>
      </p:sp>
      <p:cxnSp>
        <p:nvCxnSpPr>
          <p:cNvPr id="211" name="Google Shape;211;p29"/>
          <p:cNvCxnSpPr/>
          <p:nvPr/>
        </p:nvCxnSpPr>
        <p:spPr>
          <a:xfrm>
            <a:off x="457200" y="1524000"/>
            <a:ext cx="8153400" cy="0"/>
          </a:xfrm>
          <a:prstGeom prst="straightConnector1">
            <a:avLst/>
          </a:prstGeom>
          <a:noFill/>
          <a:ln w="76200" cap="flat" cmpd="sng">
            <a:solidFill>
              <a:srgbClr val="FF0000"/>
            </a:solidFill>
            <a:prstDash val="solid"/>
            <a:miter lim="800000"/>
            <a:headEnd type="none" w="med" len="med"/>
            <a:tailEnd type="none"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0"/>
          <p:cNvSpPr txBox="1">
            <a:spLocks noGrp="1"/>
          </p:cNvSpPr>
          <p:nvPr>
            <p:ph type="ctrTitle"/>
          </p:nvPr>
        </p:nvSpPr>
        <p:spPr>
          <a:xfrm>
            <a:off x="609600" y="228600"/>
            <a:ext cx="77724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000"/>
              <a:buFont typeface="Tahoma"/>
              <a:buNone/>
            </a:pPr>
            <a:r>
              <a:rPr lang="en-US" sz="4000" b="1" i="0" u="none">
                <a:solidFill>
                  <a:schemeClr val="dk2"/>
                </a:solidFill>
                <a:latin typeface="Tahoma"/>
                <a:ea typeface="Tahoma"/>
                <a:cs typeface="Tahoma"/>
                <a:sym typeface="Tahoma"/>
              </a:rPr>
              <a:t>INGREDIENTS OF</a:t>
            </a:r>
            <a:br>
              <a:rPr lang="en-US" sz="4000" b="1" i="0" u="none">
                <a:solidFill>
                  <a:schemeClr val="dk2"/>
                </a:solidFill>
                <a:latin typeface="Tahoma"/>
                <a:ea typeface="Tahoma"/>
                <a:cs typeface="Tahoma"/>
                <a:sym typeface="Tahoma"/>
              </a:rPr>
            </a:br>
            <a:r>
              <a:rPr lang="en-US" sz="4000" b="1" i="0" u="none">
                <a:solidFill>
                  <a:schemeClr val="dk2"/>
                </a:solidFill>
                <a:latin typeface="Tahoma"/>
                <a:ea typeface="Tahoma"/>
                <a:cs typeface="Tahoma"/>
                <a:sym typeface="Tahoma"/>
              </a:rPr>
              <a:t>PRAYER COUNSELING</a:t>
            </a:r>
            <a:endParaRPr/>
          </a:p>
        </p:txBody>
      </p:sp>
      <p:sp>
        <p:nvSpPr>
          <p:cNvPr id="218" name="Google Shape;218;p30"/>
          <p:cNvSpPr txBox="1">
            <a:spLocks noGrp="1"/>
          </p:cNvSpPr>
          <p:nvPr>
            <p:ph type="subTitle" idx="1"/>
          </p:nvPr>
        </p:nvSpPr>
        <p:spPr>
          <a:xfrm>
            <a:off x="609600" y="1447800"/>
            <a:ext cx="8153400" cy="5410200"/>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Clr>
                <a:schemeClr val="dk1"/>
              </a:buClr>
              <a:buSzPts val="3200"/>
              <a:buFont typeface="Noto Sans Symbols"/>
              <a:buAutoNum type="arabicPeriod" startAt="8"/>
            </a:pPr>
            <a:r>
              <a:rPr lang="en-US" sz="3200" b="1" i="1" u="none">
                <a:solidFill>
                  <a:schemeClr val="dk1"/>
                </a:solidFill>
                <a:latin typeface="Tahoma"/>
                <a:ea typeface="Tahoma"/>
                <a:cs typeface="Tahoma"/>
                <a:sym typeface="Tahoma"/>
              </a:rPr>
              <a:t>Disciplines to walk the new way </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Provide strength and stability to the freshly healed spirit (2Tm 1:7; Col2: 5; Rm6: 11-14)</a:t>
            </a:r>
            <a:endParaRPr/>
          </a:p>
          <a:p>
            <a:pPr marL="609600" lvl="0" indent="-609600" algn="l" rtl="0">
              <a:lnSpc>
                <a:spcPct val="100000"/>
              </a:lnSpc>
              <a:spcBef>
                <a:spcPts val="640"/>
              </a:spcBef>
              <a:spcAft>
                <a:spcPts val="0"/>
              </a:spcAft>
              <a:buClr>
                <a:schemeClr val="dk1"/>
              </a:buClr>
              <a:buSzPts val="3200"/>
              <a:buFont typeface="Noto Sans Symbols"/>
              <a:buAutoNum type="arabicPeriod" startAt="8"/>
            </a:pPr>
            <a:r>
              <a:rPr lang="en-US" sz="3200" b="1" i="1" u="none">
                <a:solidFill>
                  <a:schemeClr val="dk1"/>
                </a:solidFill>
                <a:latin typeface="Tahoma"/>
                <a:ea typeface="Tahoma"/>
                <a:cs typeface="Tahoma"/>
                <a:sym typeface="Tahoma"/>
              </a:rPr>
              <a:t>Deliverance</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We have the authority to bind and to loose, as well as to exorcise when necessary (Mt 16:19; 18:18; 10:1)</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Jesus warns us not to cast away demons without dismantling the house of character (Lk 11:24-26)</a:t>
            </a:r>
            <a:endParaRPr/>
          </a:p>
        </p:txBody>
      </p:sp>
      <p:cxnSp>
        <p:nvCxnSpPr>
          <p:cNvPr id="219" name="Google Shape;219;p30"/>
          <p:cNvCxnSpPr/>
          <p:nvPr/>
        </p:nvCxnSpPr>
        <p:spPr>
          <a:xfrm>
            <a:off x="457200" y="1524000"/>
            <a:ext cx="8153400" cy="0"/>
          </a:xfrm>
          <a:prstGeom prst="straightConnector1">
            <a:avLst/>
          </a:prstGeom>
          <a:noFill/>
          <a:ln w="76200" cap="flat" cmpd="sng">
            <a:solidFill>
              <a:srgbClr val="FF0000"/>
            </a:solidFill>
            <a:prstDash val="solid"/>
            <a:miter lim="800000"/>
            <a:headEnd type="none" w="med" len="med"/>
            <a:tailEnd type="non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1"/>
          <p:cNvSpPr txBox="1">
            <a:spLocks noGrp="1"/>
          </p:cNvSpPr>
          <p:nvPr>
            <p:ph type="ctrTitle"/>
          </p:nvPr>
        </p:nvSpPr>
        <p:spPr>
          <a:xfrm>
            <a:off x="609600" y="228600"/>
            <a:ext cx="77724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000"/>
              <a:buFont typeface="Tahoma"/>
              <a:buNone/>
            </a:pPr>
            <a:r>
              <a:rPr lang="en-US" sz="4000" b="1" i="0" u="none">
                <a:solidFill>
                  <a:schemeClr val="dk2"/>
                </a:solidFill>
                <a:latin typeface="Tahoma"/>
                <a:ea typeface="Tahoma"/>
                <a:cs typeface="Tahoma"/>
                <a:sym typeface="Tahoma"/>
              </a:rPr>
              <a:t>INGREDIENTS OF</a:t>
            </a:r>
            <a:br>
              <a:rPr lang="en-US" sz="4000" b="1" i="0" u="none">
                <a:solidFill>
                  <a:schemeClr val="dk2"/>
                </a:solidFill>
                <a:latin typeface="Tahoma"/>
                <a:ea typeface="Tahoma"/>
                <a:cs typeface="Tahoma"/>
                <a:sym typeface="Tahoma"/>
              </a:rPr>
            </a:br>
            <a:r>
              <a:rPr lang="en-US" sz="4000" b="1" i="0" u="none">
                <a:solidFill>
                  <a:schemeClr val="dk2"/>
                </a:solidFill>
                <a:latin typeface="Tahoma"/>
                <a:ea typeface="Tahoma"/>
                <a:cs typeface="Tahoma"/>
                <a:sym typeface="Tahoma"/>
              </a:rPr>
              <a:t>PRAYER COUNSELING</a:t>
            </a:r>
            <a:endParaRPr/>
          </a:p>
        </p:txBody>
      </p:sp>
      <p:sp>
        <p:nvSpPr>
          <p:cNvPr id="226" name="Google Shape;226;p31"/>
          <p:cNvSpPr txBox="1">
            <a:spLocks noGrp="1"/>
          </p:cNvSpPr>
          <p:nvPr>
            <p:ph type="subTitle" idx="1"/>
          </p:nvPr>
        </p:nvSpPr>
        <p:spPr>
          <a:xfrm>
            <a:off x="609600" y="1752600"/>
            <a:ext cx="8153400" cy="4648200"/>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Clr>
                <a:schemeClr val="dk1"/>
              </a:buClr>
              <a:buSzPts val="3200"/>
              <a:buFont typeface="Noto Sans Symbols"/>
              <a:buAutoNum type="arabicPeriod" startAt="10"/>
            </a:pPr>
            <a:r>
              <a:rPr lang="en-US" sz="3200" b="1" i="1" u="none">
                <a:solidFill>
                  <a:schemeClr val="dk1"/>
                </a:solidFill>
                <a:latin typeface="Tahoma"/>
                <a:ea typeface="Tahoma"/>
                <a:cs typeface="Tahoma"/>
                <a:sym typeface="Tahoma"/>
              </a:rPr>
              <a:t> Support Group (Community)</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1" u="none">
                <a:solidFill>
                  <a:schemeClr val="dk1"/>
                </a:solidFill>
                <a:latin typeface="Tahoma"/>
                <a:ea typeface="Tahoma"/>
                <a:cs typeface="Tahoma"/>
                <a:sym typeface="Tahoma"/>
              </a:rPr>
              <a:t>To love and encourage, and to speak truth (Eph4: 15)</a:t>
            </a:r>
            <a:endParaRPr/>
          </a:p>
        </p:txBody>
      </p:sp>
      <p:cxnSp>
        <p:nvCxnSpPr>
          <p:cNvPr id="227" name="Google Shape;227;p31"/>
          <p:cNvCxnSpPr/>
          <p:nvPr/>
        </p:nvCxnSpPr>
        <p:spPr>
          <a:xfrm>
            <a:off x="457200" y="1524000"/>
            <a:ext cx="8153400" cy="0"/>
          </a:xfrm>
          <a:prstGeom prst="straightConnector1">
            <a:avLst/>
          </a:prstGeom>
          <a:noFill/>
          <a:ln w="76200" cap="flat" cmpd="sng">
            <a:solidFill>
              <a:srgbClr val="FF0000"/>
            </a:solidFill>
            <a:prstDash val="solid"/>
            <a:miter lim="800000"/>
            <a:headEnd type="none" w="med" len="med"/>
            <a:tailEnd type="non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2"/>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4400">
              <a:solidFill>
                <a:schemeClr val="dk2"/>
              </a:solidFill>
              <a:latin typeface="Tahoma"/>
              <a:ea typeface="Tahoma"/>
              <a:cs typeface="Tahoma"/>
              <a:sym typeface="Tahoma"/>
            </a:endParaRPr>
          </a:p>
        </p:txBody>
      </p:sp>
      <p:sp>
        <p:nvSpPr>
          <p:cNvPr id="233" name="Google Shape;233;p32"/>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marR="0" lvl="0" indent="-139700" algn="l" rtl="0">
              <a:spcBef>
                <a:spcPts val="0"/>
              </a:spcBef>
              <a:spcAft>
                <a:spcPts val="0"/>
              </a:spcAft>
              <a:buClr>
                <a:schemeClr val="dk1"/>
              </a:buClr>
              <a:buSzPts val="3200"/>
              <a:buFont typeface="Tahoma"/>
              <a:buNone/>
            </a:pPr>
            <a:endParaRPr sz="3200">
              <a:solidFill>
                <a:schemeClr val="dk1"/>
              </a:solidFill>
              <a:latin typeface="Tahoma"/>
              <a:ea typeface="Tahoma"/>
              <a:cs typeface="Tahoma"/>
              <a:sym typeface="Tahom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3"/>
          <p:cNvSpPr txBox="1">
            <a:spLocks noGrp="1"/>
          </p:cNvSpPr>
          <p:nvPr>
            <p:ph type="ctrTitle"/>
          </p:nvPr>
        </p:nvSpPr>
        <p:spPr>
          <a:xfrm>
            <a:off x="914400" y="22098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000"/>
              <a:buFont typeface="Tahoma"/>
              <a:buNone/>
            </a:pPr>
            <a:br>
              <a:rPr lang="en-US" sz="4000" b="1" i="0" u="none">
                <a:solidFill>
                  <a:schemeClr val="dk2"/>
                </a:solidFill>
                <a:latin typeface="Tahoma"/>
                <a:ea typeface="Tahoma"/>
                <a:cs typeface="Tahoma"/>
                <a:sym typeface="Tahoma"/>
              </a:rPr>
            </a:br>
            <a:r>
              <a:rPr lang="en-US" sz="4000" b="1" i="0" u="none">
                <a:solidFill>
                  <a:schemeClr val="dk2"/>
                </a:solidFill>
                <a:latin typeface="Tahoma"/>
                <a:ea typeface="Tahoma"/>
                <a:cs typeface="Tahoma"/>
                <a:sym typeface="Tahoma"/>
              </a:rPr>
              <a:t>Biblical Basis</a:t>
            </a:r>
            <a:endParaRPr/>
          </a:p>
        </p:txBody>
      </p:sp>
      <p:sp>
        <p:nvSpPr>
          <p:cNvPr id="240" name="Google Shape;240;p33"/>
          <p:cNvSpPr txBox="1">
            <a:spLocks noGrp="1"/>
          </p:cNvSpPr>
          <p:nvPr>
            <p:ph type="subTitle" idx="1"/>
          </p:nvPr>
        </p:nvSpPr>
        <p:spPr>
          <a:xfrm>
            <a:off x="1371600" y="4724400"/>
            <a:ext cx="6400800" cy="1371600"/>
          </a:xfrm>
          <a:prstGeom prst="rect">
            <a:avLst/>
          </a:prstGeom>
          <a:noFill/>
          <a:ln>
            <a:noFill/>
          </a:ln>
        </p:spPr>
        <p:txBody>
          <a:bodyPr spcFirstLastPara="1" wrap="square" lIns="91425" tIns="45700" rIns="91425" bIns="45700" anchor="t" anchorCtr="0">
            <a:noAutofit/>
          </a:bodyPr>
          <a:lstStyle/>
          <a:p>
            <a:pPr marL="0" lvl="0" indent="0" algn="ctr" rtl="0">
              <a:spcBef>
                <a:spcPts val="480"/>
              </a:spcBef>
              <a:spcAft>
                <a:spcPts val="0"/>
              </a:spcAft>
              <a:buClr>
                <a:schemeClr val="dk1"/>
              </a:buClr>
              <a:buSzPts val="2400"/>
              <a:buFont typeface="Tahoma"/>
              <a:buNone/>
            </a:pPr>
            <a:r>
              <a:rPr lang="en-PH" sz="2400" b="1" dirty="0"/>
              <a:t>March 7 &amp; 8 2026</a:t>
            </a:r>
          </a:p>
          <a:p>
            <a:pPr marL="0" lvl="0" indent="0" algn="ctr" rtl="0">
              <a:spcBef>
                <a:spcPts val="480"/>
              </a:spcBef>
              <a:spcAft>
                <a:spcPts val="0"/>
              </a:spcAft>
              <a:buClr>
                <a:schemeClr val="dk1"/>
              </a:buClr>
              <a:buSzPts val="2400"/>
              <a:buFont typeface="Tahoma"/>
              <a:buNone/>
            </a:pPr>
            <a:r>
              <a:rPr lang="en-PH" sz="2400" b="1" dirty="0"/>
              <a:t>BLD Cebu Cluster</a:t>
            </a:r>
            <a:endParaRPr sz="2400" b="1" dirty="0"/>
          </a:p>
          <a:p>
            <a:pPr marL="0" lvl="0" indent="0" algn="ctr" rtl="0">
              <a:lnSpc>
                <a:spcPct val="80000"/>
              </a:lnSpc>
              <a:spcBef>
                <a:spcPts val="560"/>
              </a:spcBef>
              <a:spcAft>
                <a:spcPts val="0"/>
              </a:spcAft>
              <a:buClr>
                <a:schemeClr val="dk1"/>
              </a:buClr>
              <a:buSzPts val="2800"/>
              <a:buFont typeface="Tahoma"/>
              <a:buNone/>
            </a:pPr>
            <a:endParaRPr sz="2800" b="1" dirty="0"/>
          </a:p>
          <a:p>
            <a:pPr marL="0" lvl="0" indent="0" algn="ctr" rtl="0">
              <a:spcBef>
                <a:spcPts val="560"/>
              </a:spcBef>
              <a:spcAft>
                <a:spcPts val="0"/>
              </a:spcAft>
              <a:buClr>
                <a:schemeClr val="dk1"/>
              </a:buClr>
              <a:buSzPts val="2800"/>
              <a:buFont typeface="Tahoma"/>
              <a:buNone/>
            </a:pPr>
            <a:endParaRPr sz="2800" b="1" i="0" u="none" dirty="0">
              <a:solidFill>
                <a:schemeClr val="dk1"/>
              </a:solidFill>
              <a:latin typeface="Tahoma"/>
              <a:ea typeface="Tahoma"/>
              <a:cs typeface="Tahoma"/>
              <a:sym typeface="Tahoma"/>
            </a:endParaRPr>
          </a:p>
        </p:txBody>
      </p:sp>
      <p:pic>
        <p:nvPicPr>
          <p:cNvPr id="241" name="Google Shape;241;p33" descr="BHEADP"/>
          <p:cNvPicPr preferRelativeResize="0"/>
          <p:nvPr/>
        </p:nvPicPr>
        <p:blipFill rotWithShape="1">
          <a:blip r:embed="rId3">
            <a:alphaModFix/>
          </a:blip>
          <a:srcRect/>
          <a:stretch/>
        </p:blipFill>
        <p:spPr>
          <a:xfrm>
            <a:off x="1066800" y="533400"/>
            <a:ext cx="8077200" cy="10414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4"/>
          <p:cNvSpPr txBox="1">
            <a:spLocks noGrp="1"/>
          </p:cNvSpPr>
          <p:nvPr>
            <p:ph type="ctrTitle"/>
          </p:nvPr>
        </p:nvSpPr>
        <p:spPr>
          <a:xfrm>
            <a:off x="609600" y="228600"/>
            <a:ext cx="77724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400"/>
              <a:buFont typeface="Tahoma"/>
              <a:buNone/>
            </a:pPr>
            <a:r>
              <a:rPr lang="en-US" sz="4400" b="1" i="0" u="none">
                <a:solidFill>
                  <a:schemeClr val="dk2"/>
                </a:solidFill>
                <a:latin typeface="Tahoma"/>
                <a:ea typeface="Tahoma"/>
                <a:cs typeface="Tahoma"/>
                <a:sym typeface="Tahoma"/>
              </a:rPr>
              <a:t>FOUR PRIMARY LAWS</a:t>
            </a:r>
            <a:endParaRPr/>
          </a:p>
        </p:txBody>
      </p:sp>
      <p:sp>
        <p:nvSpPr>
          <p:cNvPr id="248" name="Google Shape;248;p34"/>
          <p:cNvSpPr txBox="1">
            <a:spLocks noGrp="1"/>
          </p:cNvSpPr>
          <p:nvPr>
            <p:ph type="subTitle" idx="1"/>
          </p:nvPr>
        </p:nvSpPr>
        <p:spPr>
          <a:xfrm>
            <a:off x="381000" y="1295400"/>
            <a:ext cx="8382000" cy="5867400"/>
          </a:xfrm>
          <a:prstGeom prst="rect">
            <a:avLst/>
          </a:prstGeom>
          <a:noFill/>
          <a:ln>
            <a:noFill/>
          </a:ln>
        </p:spPr>
        <p:txBody>
          <a:bodyPr spcFirstLastPara="1" wrap="square" lIns="91425" tIns="45700" rIns="91425" bIns="45700" anchor="t" anchorCtr="0">
            <a:noAutofit/>
          </a:bodyPr>
          <a:lstStyle/>
          <a:p>
            <a:pPr marL="609600" lvl="0" indent="-609600" algn="ctr" rtl="0">
              <a:lnSpc>
                <a:spcPct val="100000"/>
              </a:lnSpc>
              <a:spcBef>
                <a:spcPts val="0"/>
              </a:spcBef>
              <a:spcAft>
                <a:spcPts val="0"/>
              </a:spcAft>
              <a:buClr>
                <a:schemeClr val="dk1"/>
              </a:buClr>
              <a:buSzPts val="2800"/>
              <a:buFont typeface="Tahoma"/>
              <a:buNone/>
            </a:pPr>
            <a:r>
              <a:rPr lang="en-US" sz="2800" b="1" i="1" u="none">
                <a:solidFill>
                  <a:schemeClr val="dk1"/>
                </a:solidFill>
                <a:latin typeface="Tahoma"/>
                <a:ea typeface="Tahoma"/>
                <a:cs typeface="Tahoma"/>
                <a:sym typeface="Tahoma"/>
              </a:rPr>
              <a:t> </a:t>
            </a:r>
            <a:endParaRPr/>
          </a:p>
          <a:p>
            <a:pPr marL="609600" lvl="0" indent="-609600" algn="l" rtl="0">
              <a:lnSpc>
                <a:spcPct val="100000"/>
              </a:lnSpc>
              <a:spcBef>
                <a:spcPts val="560"/>
              </a:spcBef>
              <a:spcAft>
                <a:spcPts val="0"/>
              </a:spcAft>
              <a:buClr>
                <a:schemeClr val="dk1"/>
              </a:buClr>
              <a:buSzPts val="2800"/>
              <a:buFont typeface="Tahoma"/>
              <a:buAutoNum type="arabicPeriod"/>
            </a:pPr>
            <a:r>
              <a:rPr lang="en-US" sz="2800" b="1" i="0" u="none">
                <a:solidFill>
                  <a:schemeClr val="dk1"/>
                </a:solidFill>
                <a:latin typeface="Tahoma"/>
                <a:ea typeface="Tahoma"/>
                <a:cs typeface="Tahoma"/>
                <a:sym typeface="Tahoma"/>
              </a:rPr>
              <a:t>Honor your father and mother. ( Dt 5:16)</a:t>
            </a:r>
            <a:endParaRPr/>
          </a:p>
          <a:p>
            <a:pPr marL="609600" lvl="0" indent="-609600" algn="l" rtl="0">
              <a:lnSpc>
                <a:spcPct val="100000"/>
              </a:lnSpc>
              <a:spcBef>
                <a:spcPts val="560"/>
              </a:spcBef>
              <a:spcAft>
                <a:spcPts val="0"/>
              </a:spcAft>
              <a:buClr>
                <a:schemeClr val="dk1"/>
              </a:buClr>
              <a:buSzPts val="2800"/>
              <a:buFont typeface="Tahoma"/>
              <a:buNone/>
            </a:pPr>
            <a:r>
              <a:rPr lang="en-US" sz="2800" b="1" i="0" u="none">
                <a:solidFill>
                  <a:schemeClr val="dk1"/>
                </a:solidFill>
                <a:latin typeface="Tahoma"/>
                <a:ea typeface="Tahoma"/>
                <a:cs typeface="Tahoma"/>
                <a:sym typeface="Tahoma"/>
              </a:rPr>
              <a:t> </a:t>
            </a:r>
            <a:endParaRPr/>
          </a:p>
          <a:p>
            <a:pPr marL="609600" lvl="0" indent="-609600" algn="l" rtl="0">
              <a:lnSpc>
                <a:spcPct val="100000"/>
              </a:lnSpc>
              <a:spcBef>
                <a:spcPts val="560"/>
              </a:spcBef>
              <a:spcAft>
                <a:spcPts val="0"/>
              </a:spcAft>
              <a:buClr>
                <a:schemeClr val="dk1"/>
              </a:buClr>
              <a:buSzPts val="2800"/>
              <a:buFont typeface="Tahoma"/>
              <a:buNone/>
            </a:pPr>
            <a:r>
              <a:rPr lang="en-US" sz="2800" b="1" i="0" u="none">
                <a:solidFill>
                  <a:schemeClr val="dk1"/>
                </a:solidFill>
                <a:latin typeface="Tahoma"/>
                <a:ea typeface="Tahoma"/>
                <a:cs typeface="Tahoma"/>
                <a:sym typeface="Tahoma"/>
              </a:rPr>
              <a:t>2.	Do not judge lest you be judge. (Mt 7:1-2)</a:t>
            </a:r>
            <a:endParaRPr/>
          </a:p>
          <a:p>
            <a:pPr marL="609600" lvl="0" indent="-609600" algn="l" rtl="0">
              <a:lnSpc>
                <a:spcPct val="100000"/>
              </a:lnSpc>
              <a:spcBef>
                <a:spcPts val="560"/>
              </a:spcBef>
              <a:spcAft>
                <a:spcPts val="0"/>
              </a:spcAft>
              <a:buClr>
                <a:schemeClr val="dk1"/>
              </a:buClr>
              <a:buSzPts val="2800"/>
              <a:buFont typeface="Tahoma"/>
              <a:buNone/>
            </a:pPr>
            <a:endParaRPr sz="2800" b="1" i="0" u="none">
              <a:solidFill>
                <a:schemeClr val="dk1"/>
              </a:solidFill>
              <a:latin typeface="Tahoma"/>
              <a:ea typeface="Tahoma"/>
              <a:cs typeface="Tahoma"/>
              <a:sym typeface="Tahoma"/>
            </a:endParaRPr>
          </a:p>
          <a:p>
            <a:pPr marL="609600" lvl="0" indent="-609600" algn="l" rtl="0">
              <a:lnSpc>
                <a:spcPct val="100000"/>
              </a:lnSpc>
              <a:spcBef>
                <a:spcPts val="560"/>
              </a:spcBef>
              <a:spcAft>
                <a:spcPts val="0"/>
              </a:spcAft>
              <a:buClr>
                <a:schemeClr val="dk1"/>
              </a:buClr>
              <a:buSzPts val="2800"/>
              <a:buFont typeface="Tahoma"/>
              <a:buNone/>
            </a:pPr>
            <a:r>
              <a:rPr lang="en-US" sz="2800" b="1" i="0" u="none">
                <a:solidFill>
                  <a:schemeClr val="dk1"/>
                </a:solidFill>
                <a:latin typeface="Tahoma"/>
                <a:ea typeface="Tahoma"/>
                <a:cs typeface="Tahoma"/>
                <a:sym typeface="Tahoma"/>
              </a:rPr>
              <a:t>3.	What a man sow, this he will also reap. (Ga 6:7-8).</a:t>
            </a:r>
            <a:endParaRPr/>
          </a:p>
          <a:p>
            <a:pPr marL="609600" lvl="0" indent="-609600" algn="l" rtl="0">
              <a:lnSpc>
                <a:spcPct val="100000"/>
              </a:lnSpc>
              <a:spcBef>
                <a:spcPts val="560"/>
              </a:spcBef>
              <a:spcAft>
                <a:spcPts val="0"/>
              </a:spcAft>
              <a:buClr>
                <a:schemeClr val="dk1"/>
              </a:buClr>
              <a:buSzPts val="2800"/>
              <a:buFont typeface="Tahoma"/>
              <a:buNone/>
            </a:pPr>
            <a:endParaRPr sz="2800" b="1" i="0" u="none">
              <a:solidFill>
                <a:schemeClr val="dk1"/>
              </a:solidFill>
              <a:latin typeface="Tahoma"/>
              <a:ea typeface="Tahoma"/>
              <a:cs typeface="Tahoma"/>
              <a:sym typeface="Tahoma"/>
            </a:endParaRPr>
          </a:p>
          <a:p>
            <a:pPr marL="609600" lvl="0" indent="-609600" algn="l" rtl="0">
              <a:lnSpc>
                <a:spcPct val="100000"/>
              </a:lnSpc>
              <a:spcBef>
                <a:spcPts val="560"/>
              </a:spcBef>
              <a:spcAft>
                <a:spcPts val="0"/>
              </a:spcAft>
              <a:buClr>
                <a:schemeClr val="dk1"/>
              </a:buClr>
              <a:buSzPts val="2800"/>
              <a:buFont typeface="Tahoma"/>
              <a:buNone/>
            </a:pPr>
            <a:r>
              <a:rPr lang="en-US" sz="2800" b="1" i="0" u="none">
                <a:solidFill>
                  <a:schemeClr val="dk1"/>
                </a:solidFill>
                <a:latin typeface="Tahoma"/>
                <a:ea typeface="Tahoma"/>
                <a:cs typeface="Tahoma"/>
                <a:sym typeface="Tahoma"/>
              </a:rPr>
              <a:t>4.	For in that you judge another, you condemn yourself (Ro 2:1)</a:t>
            </a:r>
            <a:endParaRPr sz="2800" b="1" i="0" u="sng">
              <a:solidFill>
                <a:schemeClr val="dk1"/>
              </a:solidFill>
              <a:latin typeface="Tahoma"/>
              <a:ea typeface="Tahoma"/>
              <a:cs typeface="Tahoma"/>
              <a:sym typeface="Tahoma"/>
            </a:endParaRPr>
          </a:p>
          <a:p>
            <a:pPr marL="0" lvl="0" indent="0" algn="ctr" rtl="0">
              <a:spcBef>
                <a:spcPts val="560"/>
              </a:spcBef>
              <a:spcAft>
                <a:spcPts val="0"/>
              </a:spcAft>
              <a:buClr>
                <a:schemeClr val="dk1"/>
              </a:buClr>
              <a:buSzPts val="2800"/>
              <a:buFont typeface="Tahoma"/>
              <a:buNone/>
            </a:pPr>
            <a:endParaRPr sz="2800" b="1" i="0" u="sng">
              <a:solidFill>
                <a:schemeClr val="dk1"/>
              </a:solidFill>
              <a:latin typeface="Tahoma"/>
              <a:ea typeface="Tahoma"/>
              <a:cs typeface="Tahoma"/>
              <a:sym typeface="Tahoma"/>
            </a:endParaRPr>
          </a:p>
        </p:txBody>
      </p:sp>
      <p:cxnSp>
        <p:nvCxnSpPr>
          <p:cNvPr id="249" name="Google Shape;249;p34"/>
          <p:cNvCxnSpPr/>
          <p:nvPr/>
        </p:nvCxnSpPr>
        <p:spPr>
          <a:xfrm>
            <a:off x="457200" y="1524000"/>
            <a:ext cx="8153400" cy="0"/>
          </a:xfrm>
          <a:prstGeom prst="straightConnector1">
            <a:avLst/>
          </a:prstGeom>
          <a:noFill/>
          <a:ln w="76200" cap="flat" cmpd="sng">
            <a:solidFill>
              <a:srgbClr val="FF0000"/>
            </a:solidFill>
            <a:prstDash val="solid"/>
            <a:miter lim="800000"/>
            <a:headEnd type="none" w="med" len="med"/>
            <a:tailEnd type="none" w="med" len="med"/>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5"/>
          <p:cNvSpPr txBox="1">
            <a:spLocks noGrp="1"/>
          </p:cNvSpPr>
          <p:nvPr>
            <p:ph type="title"/>
          </p:nvPr>
        </p:nvSpPr>
        <p:spPr>
          <a:xfrm>
            <a:off x="685800" y="228600"/>
            <a:ext cx="7772400" cy="914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a:buNone/>
            </a:pPr>
            <a:r>
              <a:rPr lang="en-US" sz="4400" b="0" i="0" u="none">
                <a:solidFill>
                  <a:schemeClr val="dk2"/>
                </a:solidFill>
                <a:latin typeface="Tahoma"/>
                <a:ea typeface="Tahoma"/>
                <a:cs typeface="Tahoma"/>
                <a:sym typeface="Tahoma"/>
              </a:rPr>
              <a:t>Law of Honoring Parents</a:t>
            </a:r>
            <a:endParaRPr/>
          </a:p>
        </p:txBody>
      </p:sp>
      <p:sp>
        <p:nvSpPr>
          <p:cNvPr id="256" name="Google Shape;256;p35"/>
          <p:cNvSpPr txBox="1">
            <a:spLocks noGrp="1"/>
          </p:cNvSpPr>
          <p:nvPr>
            <p:ph type="body" idx="1"/>
          </p:nvPr>
        </p:nvSpPr>
        <p:spPr>
          <a:xfrm>
            <a:off x="685800" y="304800"/>
            <a:ext cx="7772400" cy="6324600"/>
          </a:xfrm>
          <a:prstGeom prst="rect">
            <a:avLst/>
          </a:prstGeom>
          <a:noFill/>
          <a:ln>
            <a:noFill/>
          </a:ln>
        </p:spPr>
        <p:txBody>
          <a:bodyPr spcFirstLastPara="1" wrap="square" lIns="91425" tIns="45700" rIns="91425" bIns="45700" anchor="t" anchorCtr="0">
            <a:noAutofit/>
          </a:bodyPr>
          <a:lstStyle/>
          <a:p>
            <a:pPr marL="342900" lvl="0" indent="-139700" algn="l" rtl="0">
              <a:spcBef>
                <a:spcPts val="0"/>
              </a:spcBef>
              <a:spcAft>
                <a:spcPts val="0"/>
              </a:spcAft>
              <a:buClr>
                <a:schemeClr val="dk1"/>
              </a:buClr>
              <a:buSzPts val="3200"/>
              <a:buFont typeface="Tahoma"/>
              <a:buNone/>
            </a:pPr>
            <a:endParaRPr sz="3200">
              <a:solidFill>
                <a:schemeClr val="dk1"/>
              </a:solidFill>
              <a:latin typeface="Tahoma"/>
              <a:ea typeface="Tahoma"/>
              <a:cs typeface="Tahoma"/>
              <a:sym typeface="Tahoma"/>
            </a:endParaRPr>
          </a:p>
        </p:txBody>
      </p:sp>
      <p:pic>
        <p:nvPicPr>
          <p:cNvPr id="257" name="Google Shape;257;p35" descr="240px-Rembrandt-The_return_of_the_prodigal_son"/>
          <p:cNvPicPr preferRelativeResize="0"/>
          <p:nvPr/>
        </p:nvPicPr>
        <p:blipFill rotWithShape="1">
          <a:blip r:embed="rId3">
            <a:alphaModFix/>
          </a:blip>
          <a:srcRect/>
          <a:stretch/>
        </p:blipFill>
        <p:spPr>
          <a:xfrm>
            <a:off x="3048000" y="1295400"/>
            <a:ext cx="5300662" cy="5334000"/>
          </a:xfrm>
          <a:prstGeom prst="rect">
            <a:avLst/>
          </a:prstGeom>
          <a:noFill/>
          <a:ln>
            <a:noFill/>
          </a:ln>
        </p:spPr>
      </p:pic>
      <p:sp>
        <p:nvSpPr>
          <p:cNvPr id="258" name="Google Shape;258;p35"/>
          <p:cNvSpPr txBox="1"/>
          <p:nvPr/>
        </p:nvSpPr>
        <p:spPr>
          <a:xfrm>
            <a:off x="685800" y="4419600"/>
            <a:ext cx="2660650" cy="342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ahoma"/>
              <a:buNone/>
            </a:pPr>
            <a:r>
              <a:rPr lang="en-US" sz="2400" b="1" i="0" u="none" strike="noStrike" cap="none">
                <a:solidFill>
                  <a:schemeClr val="dk1"/>
                </a:solidFill>
                <a:latin typeface="Tahoma"/>
                <a:ea typeface="Tahoma"/>
                <a:cs typeface="Tahoma"/>
                <a:sym typeface="Tahoma"/>
              </a:rPr>
              <a:t>Honoring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6"/>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4400">
              <a:solidFill>
                <a:schemeClr val="dk2"/>
              </a:solidFill>
              <a:latin typeface="Tahoma"/>
              <a:ea typeface="Tahoma"/>
              <a:cs typeface="Tahoma"/>
              <a:sym typeface="Tahoma"/>
            </a:endParaRPr>
          </a:p>
        </p:txBody>
      </p:sp>
      <p:sp>
        <p:nvSpPr>
          <p:cNvPr id="265" name="Google Shape;265;p36"/>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139700" algn="l" rtl="0">
              <a:spcBef>
                <a:spcPts val="0"/>
              </a:spcBef>
              <a:spcAft>
                <a:spcPts val="0"/>
              </a:spcAft>
              <a:buClr>
                <a:schemeClr val="dk1"/>
              </a:buClr>
              <a:buSzPts val="3200"/>
              <a:buFont typeface="Tahoma"/>
              <a:buNone/>
            </a:pPr>
            <a:endParaRPr sz="3200">
              <a:solidFill>
                <a:schemeClr val="dk1"/>
              </a:solidFill>
              <a:latin typeface="Tahoma"/>
              <a:ea typeface="Tahoma"/>
              <a:cs typeface="Tahoma"/>
              <a:sym typeface="Tahoma"/>
            </a:endParaRPr>
          </a:p>
        </p:txBody>
      </p:sp>
      <p:pic>
        <p:nvPicPr>
          <p:cNvPr id="266" name="Google Shape;266;p36" descr="istockphoto_530549_kissing_the_hand"/>
          <p:cNvPicPr preferRelativeResize="0"/>
          <p:nvPr/>
        </p:nvPicPr>
        <p:blipFill rotWithShape="1">
          <a:blip r:embed="rId3">
            <a:alphaModFix/>
          </a:blip>
          <a:srcRect/>
          <a:stretch/>
        </p:blipFill>
        <p:spPr>
          <a:xfrm>
            <a:off x="1066800" y="485775"/>
            <a:ext cx="7467600" cy="5600700"/>
          </a:xfrm>
          <a:prstGeom prst="rect">
            <a:avLst/>
          </a:prstGeom>
          <a:noFill/>
          <a:ln>
            <a:noFill/>
          </a:ln>
        </p:spPr>
      </p:pic>
      <p:sp>
        <p:nvSpPr>
          <p:cNvPr id="267" name="Google Shape;267;p36"/>
          <p:cNvSpPr txBox="1"/>
          <p:nvPr/>
        </p:nvSpPr>
        <p:spPr>
          <a:xfrm>
            <a:off x="4216400" y="4267200"/>
            <a:ext cx="246062" cy="342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68" name="Google Shape;268;p36"/>
          <p:cNvSpPr txBox="1"/>
          <p:nvPr/>
        </p:nvSpPr>
        <p:spPr>
          <a:xfrm>
            <a:off x="990600" y="3581400"/>
            <a:ext cx="8001000" cy="9382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3600"/>
              <a:buFont typeface="Tahoma"/>
              <a:buNone/>
            </a:pPr>
            <a:r>
              <a:rPr lang="en-US" sz="3600" b="1" i="0" u="none">
                <a:solidFill>
                  <a:schemeClr val="lt1"/>
                </a:solidFill>
                <a:latin typeface="Tahoma"/>
                <a:ea typeface="Tahoma"/>
                <a:cs typeface="Tahoma"/>
                <a:sym typeface="Tahoma"/>
              </a:rPr>
              <a:t>Honor Your Father and </a:t>
            </a:r>
            <a:r>
              <a:rPr lang="en-US" sz="4000" b="1" i="0" u="none">
                <a:solidFill>
                  <a:schemeClr val="lt1"/>
                </a:solidFill>
                <a:latin typeface="Tahoma"/>
                <a:ea typeface="Tahoma"/>
                <a:cs typeface="Tahoma"/>
                <a:sym typeface="Tahoma"/>
              </a:rPr>
              <a:t>Mother</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7"/>
          <p:cNvSpPr txBox="1"/>
          <p:nvPr/>
        </p:nvSpPr>
        <p:spPr>
          <a:xfrm>
            <a:off x="-550862" y="1117600"/>
            <a:ext cx="3370262" cy="3908425"/>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2400"/>
              <a:buFont typeface="Tahoma"/>
              <a:buNone/>
            </a:pPr>
            <a:r>
              <a:rPr lang="en-US" sz="2400" b="0" i="0" u="none">
                <a:solidFill>
                  <a:schemeClr val="dk1"/>
                </a:solidFill>
                <a:latin typeface="Tahoma"/>
                <a:ea typeface="Tahoma"/>
                <a:cs typeface="Tahoma"/>
                <a:sym typeface="Tahoma"/>
              </a:rPr>
              <a:t>  </a:t>
            </a:r>
            <a:r>
              <a:rPr lang="en-US" sz="24000" b="0" i="0" u="none">
                <a:solidFill>
                  <a:schemeClr val="dk1"/>
                </a:solidFill>
                <a:latin typeface="Tahoma"/>
                <a:ea typeface="Tahoma"/>
                <a:cs typeface="Tahoma"/>
                <a:sym typeface="Tahoma"/>
              </a:rPr>
              <a:t> </a:t>
            </a:r>
            <a:r>
              <a:rPr lang="en-US" sz="2400" b="0" i="0" u="none">
                <a:solidFill>
                  <a:schemeClr val="dk1"/>
                </a:solidFill>
                <a:latin typeface="Tahoma"/>
                <a:ea typeface="Tahoma"/>
                <a:cs typeface="Tahoma"/>
                <a:sym typeface="Tahoma"/>
              </a:rPr>
              <a:t>                                                      </a:t>
            </a:r>
            <a:br>
              <a:rPr lang="en-US" sz="2400" b="0" i="0" u="none">
                <a:solidFill>
                  <a:schemeClr val="dk1"/>
                </a:solidFill>
                <a:latin typeface="Tahoma"/>
                <a:ea typeface="Tahoma"/>
                <a:cs typeface="Tahoma"/>
                <a:sym typeface="Tahoma"/>
              </a:rPr>
            </a:br>
            <a:br>
              <a:rPr lang="en-US" sz="2400" b="0" i="0" u="none">
                <a:solidFill>
                  <a:schemeClr val="dk1"/>
                </a:solidFill>
                <a:latin typeface="Tahoma"/>
                <a:ea typeface="Tahoma"/>
                <a:cs typeface="Tahoma"/>
                <a:sym typeface="Tahoma"/>
              </a:rPr>
            </a:br>
            <a:endParaRPr/>
          </a:p>
        </p:txBody>
      </p:sp>
      <p:sp>
        <p:nvSpPr>
          <p:cNvPr id="275" name="Google Shape;275;p37"/>
          <p:cNvSpPr txBox="1">
            <a:spLocks noGrp="1"/>
          </p:cNvSpPr>
          <p:nvPr>
            <p:ph type="title"/>
          </p:nvPr>
        </p:nvSpPr>
        <p:spPr>
          <a:xfrm>
            <a:off x="901700" y="712787"/>
            <a:ext cx="7340600" cy="68738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000"/>
              <a:buFont typeface="Tahoma"/>
              <a:buNone/>
            </a:pPr>
            <a:r>
              <a:rPr lang="en-US" sz="4000" b="0" i="0" u="none">
                <a:solidFill>
                  <a:schemeClr val="dk2"/>
                </a:solidFill>
                <a:latin typeface="Tahoma"/>
                <a:ea typeface="Tahoma"/>
                <a:cs typeface="Tahoma"/>
                <a:sym typeface="Tahoma"/>
              </a:rPr>
              <a:t>Law of Judging</a:t>
            </a:r>
            <a:endParaRPr/>
          </a:p>
        </p:txBody>
      </p:sp>
      <p:sp>
        <p:nvSpPr>
          <p:cNvPr id="276" name="Google Shape;276;p37"/>
          <p:cNvSpPr txBox="1">
            <a:spLocks noGrp="1"/>
          </p:cNvSpPr>
          <p:nvPr>
            <p:ph type="body" idx="1"/>
          </p:nvPr>
        </p:nvSpPr>
        <p:spPr>
          <a:xfrm>
            <a:off x="304800" y="822000"/>
            <a:ext cx="2743200" cy="57312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000"/>
              <a:buFont typeface="Tahoma"/>
              <a:buNone/>
            </a:pPr>
            <a:endParaRPr sz="2000" b="0" i="0" u="none">
              <a:solidFill>
                <a:schemeClr val="dk1"/>
              </a:solidFill>
              <a:latin typeface="Tahoma"/>
              <a:ea typeface="Tahoma"/>
              <a:cs typeface="Tahoma"/>
              <a:sym typeface="Tahoma"/>
            </a:endParaRPr>
          </a:p>
          <a:p>
            <a:pPr marL="342900" lvl="0" indent="-342900" algn="l" rtl="0">
              <a:lnSpc>
                <a:spcPct val="90000"/>
              </a:lnSpc>
              <a:spcBef>
                <a:spcPts val="400"/>
              </a:spcBef>
              <a:spcAft>
                <a:spcPts val="0"/>
              </a:spcAft>
              <a:buClr>
                <a:schemeClr val="dk1"/>
              </a:buClr>
              <a:buSzPts val="2000"/>
              <a:buFont typeface="Tahoma"/>
              <a:buNone/>
            </a:pPr>
            <a:r>
              <a:rPr lang="en-US" sz="2000" b="0" i="0" u="none">
                <a:solidFill>
                  <a:schemeClr val="dk1"/>
                </a:solidFill>
                <a:latin typeface="Tahoma"/>
                <a:ea typeface="Tahoma"/>
                <a:cs typeface="Tahoma"/>
                <a:sym typeface="Tahoma"/>
              </a:rPr>
              <a:t>    </a:t>
            </a:r>
            <a:endParaRPr sz="2000" b="0" i="0" u="none">
              <a:solidFill>
                <a:schemeClr val="dk1"/>
              </a:solidFill>
              <a:latin typeface="Tahoma"/>
              <a:ea typeface="Tahoma"/>
              <a:cs typeface="Tahoma"/>
              <a:sym typeface="Tahoma"/>
            </a:endParaRPr>
          </a:p>
          <a:p>
            <a:pPr marL="342900" lvl="0" indent="-342900" algn="l" rtl="0">
              <a:lnSpc>
                <a:spcPct val="90000"/>
              </a:lnSpc>
              <a:spcBef>
                <a:spcPts val="400"/>
              </a:spcBef>
              <a:spcAft>
                <a:spcPts val="0"/>
              </a:spcAft>
              <a:buClr>
                <a:schemeClr val="dk1"/>
              </a:buClr>
              <a:buSzPts val="2000"/>
              <a:buFont typeface="Tahoma"/>
              <a:buNone/>
            </a:pPr>
            <a:r>
              <a:rPr lang="en-US" sz="2100" b="1" i="0" u="none">
                <a:solidFill>
                  <a:schemeClr val="dk1"/>
                </a:solidFill>
              </a:rPr>
              <a:t>Do not judge, or you too will be judged. For in the same way you </a:t>
            </a:r>
            <a:br>
              <a:rPr lang="en-US" sz="2100" b="1" i="0" u="none">
                <a:solidFill>
                  <a:schemeClr val="dk1"/>
                </a:solidFill>
              </a:rPr>
            </a:br>
            <a:r>
              <a:rPr lang="en-US" sz="2100" b="1" i="0" u="none">
                <a:solidFill>
                  <a:schemeClr val="dk1"/>
                </a:solidFill>
              </a:rPr>
              <a:t>judge others, you will be judged, and with the measure you use, </a:t>
            </a:r>
            <a:br>
              <a:rPr lang="en-US" sz="2100" b="1" i="0" u="none">
                <a:solidFill>
                  <a:schemeClr val="dk1"/>
                </a:solidFill>
              </a:rPr>
            </a:br>
            <a:r>
              <a:rPr lang="en-US" sz="2100" b="1" i="0" u="none">
                <a:solidFill>
                  <a:schemeClr val="dk1"/>
                </a:solidFill>
              </a:rPr>
              <a:t>it will be measured to you. </a:t>
            </a:r>
            <a:br>
              <a:rPr lang="en-US" sz="2100" b="1" i="0" u="none">
                <a:solidFill>
                  <a:schemeClr val="dk1"/>
                </a:solidFill>
              </a:rPr>
            </a:br>
            <a:endParaRPr sz="3300" b="1"/>
          </a:p>
        </p:txBody>
      </p:sp>
      <p:pic>
        <p:nvPicPr>
          <p:cNvPr id="277" name="Google Shape;277;p37" descr="38345_26007"/>
          <p:cNvPicPr preferRelativeResize="0">
            <a:picLocks noGrp="1"/>
          </p:cNvPicPr>
          <p:nvPr>
            <p:ph type="body" idx="1"/>
          </p:nvPr>
        </p:nvPicPr>
        <p:blipFill rotWithShape="1">
          <a:blip r:embed="rId3">
            <a:alphaModFix/>
          </a:blip>
          <a:srcRect/>
          <a:stretch/>
        </p:blipFill>
        <p:spPr>
          <a:xfrm>
            <a:off x="3048000" y="1371600"/>
            <a:ext cx="5638800" cy="5105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8"/>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400"/>
              <a:buFont typeface="Tahoma"/>
              <a:buNone/>
            </a:pPr>
            <a:r>
              <a:rPr lang="en-US" sz="4400" b="0" i="0" u="none">
                <a:solidFill>
                  <a:schemeClr val="dk2"/>
                </a:solidFill>
                <a:latin typeface="Tahoma"/>
                <a:ea typeface="Tahoma"/>
                <a:cs typeface="Tahoma"/>
                <a:sym typeface="Tahoma"/>
              </a:rPr>
              <a:t>Law of Sowing and Reaping</a:t>
            </a:r>
            <a:endParaRPr/>
          </a:p>
        </p:txBody>
      </p:sp>
      <p:sp>
        <p:nvSpPr>
          <p:cNvPr id="284" name="Google Shape;284;p38"/>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139700" algn="l" rtl="0">
              <a:spcBef>
                <a:spcPts val="0"/>
              </a:spcBef>
              <a:spcAft>
                <a:spcPts val="0"/>
              </a:spcAft>
              <a:buClr>
                <a:schemeClr val="dk1"/>
              </a:buClr>
              <a:buSzPts val="3200"/>
              <a:buFont typeface="Tahoma"/>
              <a:buNone/>
            </a:pPr>
            <a:endParaRPr sz="3200">
              <a:solidFill>
                <a:schemeClr val="dk1"/>
              </a:solidFill>
              <a:latin typeface="Tahoma"/>
              <a:ea typeface="Tahoma"/>
              <a:cs typeface="Tahoma"/>
              <a:sym typeface="Tahoma"/>
            </a:endParaRPr>
          </a:p>
        </p:txBody>
      </p:sp>
      <p:pic>
        <p:nvPicPr>
          <p:cNvPr id="285" name="Google Shape;285;p38" descr="Chart"/>
          <p:cNvPicPr preferRelativeResize="0"/>
          <p:nvPr/>
        </p:nvPicPr>
        <p:blipFill rotWithShape="1">
          <a:blip r:embed="rId3">
            <a:alphaModFix/>
          </a:blip>
          <a:srcRect/>
          <a:stretch/>
        </p:blipFill>
        <p:spPr>
          <a:xfrm>
            <a:off x="762000" y="1752600"/>
            <a:ext cx="7696200" cy="4495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39"/>
          <p:cNvSpPr txBox="1">
            <a:spLocks noGrp="1"/>
          </p:cNvSpPr>
          <p:nvPr>
            <p:ph type="ctrTitle"/>
          </p:nvPr>
        </p:nvSpPr>
        <p:spPr>
          <a:xfrm>
            <a:off x="609600" y="228600"/>
            <a:ext cx="77724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400"/>
              <a:buFont typeface="Tahoma"/>
              <a:buNone/>
            </a:pPr>
            <a:r>
              <a:rPr lang="en-US" sz="4400" b="1" i="0" u="none">
                <a:solidFill>
                  <a:schemeClr val="dk2"/>
                </a:solidFill>
                <a:latin typeface="Tahoma"/>
                <a:ea typeface="Tahoma"/>
                <a:cs typeface="Tahoma"/>
                <a:sym typeface="Tahoma"/>
              </a:rPr>
              <a:t>FOUR PRIMARY LAWS …</a:t>
            </a:r>
            <a:endParaRPr/>
          </a:p>
        </p:txBody>
      </p:sp>
      <p:sp>
        <p:nvSpPr>
          <p:cNvPr id="292" name="Google Shape;292;p39"/>
          <p:cNvSpPr txBox="1">
            <a:spLocks noGrp="1"/>
          </p:cNvSpPr>
          <p:nvPr>
            <p:ph type="subTitle" idx="1"/>
          </p:nvPr>
        </p:nvSpPr>
        <p:spPr>
          <a:xfrm>
            <a:off x="381000" y="1295400"/>
            <a:ext cx="8382000" cy="5867400"/>
          </a:xfrm>
          <a:prstGeom prst="rect">
            <a:avLst/>
          </a:prstGeom>
          <a:noFill/>
          <a:ln>
            <a:noFill/>
          </a:ln>
        </p:spPr>
        <p:txBody>
          <a:bodyPr spcFirstLastPara="1" wrap="square" lIns="91425" tIns="45700" rIns="91425" bIns="45700" anchor="t" anchorCtr="0">
            <a:noAutofit/>
          </a:bodyPr>
          <a:lstStyle/>
          <a:p>
            <a:pPr marL="609600" lvl="0" indent="-609600" algn="ctr" rtl="0">
              <a:lnSpc>
                <a:spcPct val="100000"/>
              </a:lnSpc>
              <a:spcBef>
                <a:spcPts val="0"/>
              </a:spcBef>
              <a:spcAft>
                <a:spcPts val="0"/>
              </a:spcAft>
              <a:buClr>
                <a:schemeClr val="dk1"/>
              </a:buClr>
              <a:buSzPts val="3600"/>
              <a:buFont typeface="Tahoma"/>
              <a:buNone/>
            </a:pPr>
            <a:r>
              <a:rPr lang="en-US" sz="3600" b="1" i="0" u="none">
                <a:solidFill>
                  <a:schemeClr val="dk1"/>
                </a:solidFill>
                <a:latin typeface="Tahoma"/>
                <a:ea typeface="Tahoma"/>
                <a:cs typeface="Tahoma"/>
                <a:sym typeface="Tahoma"/>
              </a:rPr>
              <a:t>For in that you judge another, you condemn yourself (Ro 2:1)</a:t>
            </a:r>
            <a:endParaRPr/>
          </a:p>
          <a:p>
            <a:pPr marL="609600" lvl="0" indent="-609600" algn="l" rtl="0">
              <a:lnSpc>
                <a:spcPct val="100000"/>
              </a:lnSpc>
              <a:spcBef>
                <a:spcPts val="640"/>
              </a:spcBef>
              <a:spcAft>
                <a:spcPts val="0"/>
              </a:spcAft>
              <a:buClr>
                <a:schemeClr val="dk1"/>
              </a:buClr>
              <a:buSzPts val="3200"/>
              <a:buFont typeface="Tahoma"/>
              <a:buNone/>
            </a:pPr>
            <a:r>
              <a:rPr lang="en-US" sz="3200" b="1" i="0" u="none">
                <a:solidFill>
                  <a:schemeClr val="dk1"/>
                </a:solidFill>
                <a:latin typeface="Tahoma"/>
                <a:ea typeface="Tahoma"/>
                <a:cs typeface="Tahoma"/>
                <a:sym typeface="Tahoma"/>
              </a:rPr>
              <a:t> -	We do not acquire the sins of others because we judge; we are already fellow sinners by nature, doing those same sins.</a:t>
            </a:r>
            <a:endParaRPr/>
          </a:p>
          <a:p>
            <a:pPr marL="609600" lvl="0" indent="-609600" algn="l" rtl="0">
              <a:lnSpc>
                <a:spcPct val="100000"/>
              </a:lnSpc>
              <a:spcBef>
                <a:spcPts val="640"/>
              </a:spcBef>
              <a:spcAft>
                <a:spcPts val="0"/>
              </a:spcAft>
              <a:buClr>
                <a:schemeClr val="dk1"/>
              </a:buClr>
              <a:buSzPts val="3200"/>
              <a:buFont typeface="Tahoma"/>
              <a:buNone/>
            </a:pPr>
            <a:r>
              <a:rPr lang="en-US" sz="3200" b="1" i="0" u="none">
                <a:solidFill>
                  <a:schemeClr val="dk1"/>
                </a:solidFill>
                <a:latin typeface="Tahoma"/>
                <a:ea typeface="Tahoma"/>
                <a:cs typeface="Tahoma"/>
                <a:sym typeface="Tahoma"/>
              </a:rPr>
              <a:t>-	Judging condemns us to blindly continue the same sins, making us unable to avail ourselves of God’s grace and healing.</a:t>
            </a:r>
            <a:endParaRPr sz="3200" b="1" i="0" u="sng">
              <a:solidFill>
                <a:schemeClr val="dk1"/>
              </a:solidFill>
              <a:latin typeface="Tahoma"/>
              <a:ea typeface="Tahoma"/>
              <a:cs typeface="Tahoma"/>
              <a:sym typeface="Tahoma"/>
            </a:endParaRPr>
          </a:p>
          <a:p>
            <a:pPr marL="0" lvl="0" indent="0" algn="ctr" rtl="0">
              <a:spcBef>
                <a:spcPts val="640"/>
              </a:spcBef>
              <a:spcAft>
                <a:spcPts val="0"/>
              </a:spcAft>
              <a:buClr>
                <a:schemeClr val="dk1"/>
              </a:buClr>
              <a:buSzPts val="3200"/>
              <a:buFont typeface="Tahoma"/>
              <a:buNone/>
            </a:pPr>
            <a:endParaRPr sz="3200" b="1" i="0" u="sng">
              <a:solidFill>
                <a:schemeClr val="dk1"/>
              </a:solidFill>
              <a:latin typeface="Tahoma"/>
              <a:ea typeface="Tahoma"/>
              <a:cs typeface="Tahoma"/>
              <a:sym typeface="Tahoma"/>
            </a:endParaRPr>
          </a:p>
        </p:txBody>
      </p:sp>
      <p:cxnSp>
        <p:nvCxnSpPr>
          <p:cNvPr id="293" name="Google Shape;293;p39"/>
          <p:cNvCxnSpPr/>
          <p:nvPr/>
        </p:nvCxnSpPr>
        <p:spPr>
          <a:xfrm>
            <a:off x="533400" y="1295400"/>
            <a:ext cx="8153400" cy="0"/>
          </a:xfrm>
          <a:prstGeom prst="straightConnector1">
            <a:avLst/>
          </a:prstGeom>
          <a:noFill/>
          <a:ln w="76200" cap="flat" cmpd="sng">
            <a:solidFill>
              <a:srgbClr val="FF0000"/>
            </a:solidFill>
            <a:prstDash val="solid"/>
            <a:miter lim="800000"/>
            <a:headEnd type="none" w="med" len="med"/>
            <a:tailEnd type="none" w="med" len="med"/>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0"/>
          <p:cNvSpPr txBox="1"/>
          <p:nvPr/>
        </p:nvSpPr>
        <p:spPr>
          <a:xfrm>
            <a:off x="-6132500" y="377124"/>
            <a:ext cx="21408900" cy="658800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FF0000"/>
              </a:buClr>
              <a:buSzPts val="1800"/>
              <a:buFont typeface="Tahoma"/>
              <a:buNone/>
            </a:pPr>
            <a:r>
              <a:rPr lang="en-US" sz="1800" b="1" i="0" u="none">
                <a:solidFill>
                  <a:srgbClr val="FF0000"/>
                </a:solidFill>
                <a:latin typeface="Tahoma"/>
                <a:ea typeface="Tahoma"/>
                <a:cs typeface="Tahoma"/>
                <a:sym typeface="Tahoma"/>
              </a:rPr>
              <a:t>"</a:t>
            </a:r>
            <a:r>
              <a:rPr lang="en-US" sz="2000" b="1" i="0" u="none">
                <a:solidFill>
                  <a:srgbClr val="FF0000"/>
                </a:solidFill>
                <a:latin typeface="Tahoma"/>
                <a:ea typeface="Tahoma"/>
                <a:cs typeface="Tahoma"/>
                <a:sym typeface="Tahoma"/>
              </a:rPr>
              <a:t>Judge Not, that you be not judged."</a:t>
            </a:r>
            <a:r>
              <a:rPr lang="en-US" sz="2000" b="1" i="0" u="none">
                <a:solidFill>
                  <a:schemeClr val="dk1"/>
                </a:solidFill>
                <a:latin typeface="Tahoma"/>
                <a:ea typeface="Tahoma"/>
                <a:cs typeface="Tahoma"/>
                <a:sym typeface="Tahoma"/>
              </a:rPr>
              <a:t> [Mt. 7:1 KJV] </a:t>
            </a:r>
            <a:endParaRPr sz="1600" b="1"/>
          </a:p>
          <a:p>
            <a:pPr marL="0" marR="0" lvl="0" indent="0" algn="ctr" rtl="0">
              <a:lnSpc>
                <a:spcPct val="100000"/>
              </a:lnSpc>
              <a:spcBef>
                <a:spcPts val="0"/>
              </a:spcBef>
              <a:spcAft>
                <a:spcPts val="0"/>
              </a:spcAft>
              <a:buClr>
                <a:srgbClr val="0000FF"/>
              </a:buClr>
              <a:buSzPts val="1800"/>
              <a:buFont typeface="Tahoma"/>
              <a:buNone/>
            </a:pPr>
            <a:r>
              <a:rPr lang="en-US" sz="2000" b="1" i="0" u="none">
                <a:solidFill>
                  <a:srgbClr val="0000FF"/>
                </a:solidFill>
                <a:latin typeface="Tahoma"/>
                <a:ea typeface="Tahoma"/>
                <a:cs typeface="Tahoma"/>
                <a:sym typeface="Tahoma"/>
              </a:rPr>
              <a:t>The spiritual person</a:t>
            </a:r>
            <a:r>
              <a:rPr lang="en-US" sz="2000" b="1" i="0" u="none">
                <a:solidFill>
                  <a:schemeClr val="dk1"/>
                </a:solidFill>
                <a:latin typeface="Tahoma"/>
                <a:ea typeface="Tahoma"/>
                <a:cs typeface="Tahoma"/>
                <a:sym typeface="Tahoma"/>
              </a:rPr>
              <a:t>, however, </a:t>
            </a:r>
            <a:r>
              <a:rPr lang="en-US" sz="2000" b="1" i="0" u="none">
                <a:solidFill>
                  <a:srgbClr val="0000FF"/>
                </a:solidFill>
                <a:latin typeface="Tahoma"/>
                <a:ea typeface="Tahoma"/>
                <a:cs typeface="Tahoma"/>
                <a:sym typeface="Tahoma"/>
              </a:rPr>
              <a:t>can judge everything</a:t>
            </a:r>
            <a:endParaRPr sz="1600" b="1"/>
          </a:p>
          <a:p>
            <a:pPr marL="0" marR="0" lvl="0" indent="0" algn="ctr" rtl="0">
              <a:lnSpc>
                <a:spcPct val="100000"/>
              </a:lnSpc>
              <a:spcBef>
                <a:spcPts val="0"/>
              </a:spcBef>
              <a:spcAft>
                <a:spcPts val="0"/>
              </a:spcAft>
              <a:buClr>
                <a:schemeClr val="dk1"/>
              </a:buClr>
              <a:buSzPts val="1800"/>
              <a:buFont typeface="Tahoma"/>
              <a:buNone/>
            </a:pPr>
            <a:r>
              <a:rPr lang="en-US" sz="2000" b="1" i="0" u="none">
                <a:solidFill>
                  <a:schemeClr val="dk1"/>
                </a:solidFill>
                <a:latin typeface="Tahoma"/>
                <a:ea typeface="Tahoma"/>
                <a:cs typeface="Tahoma"/>
                <a:sym typeface="Tahoma"/>
              </a:rPr>
              <a:t> but is not subject to judgment by anyone.  [1 Cor. 2:15]</a:t>
            </a:r>
            <a:endParaRPr sz="1600" b="1"/>
          </a:p>
          <a:p>
            <a:pPr marL="0" marR="0" lvl="0" indent="0" algn="ctr" rtl="0">
              <a:lnSpc>
                <a:spcPct val="100000"/>
              </a:lnSpc>
              <a:spcBef>
                <a:spcPts val="0"/>
              </a:spcBef>
              <a:spcAft>
                <a:spcPts val="0"/>
              </a:spcAft>
              <a:buClr>
                <a:schemeClr val="dk1"/>
              </a:buClr>
              <a:buSzPts val="1100"/>
              <a:buFont typeface="Arial"/>
              <a:buNone/>
            </a:pPr>
            <a:endParaRPr sz="1100" b="1" i="0" u="none">
              <a:solidFill>
                <a:schemeClr val="dk1"/>
              </a:solidFill>
              <a:latin typeface="Tahoma"/>
              <a:ea typeface="Tahoma"/>
              <a:cs typeface="Tahoma"/>
              <a:sym typeface="Tahoma"/>
            </a:endParaRPr>
          </a:p>
          <a:p>
            <a:pPr marL="0" marR="0" lvl="0" indent="0" algn="ctr" rtl="0">
              <a:lnSpc>
                <a:spcPct val="100000"/>
              </a:lnSpc>
              <a:spcBef>
                <a:spcPts val="0"/>
              </a:spcBef>
              <a:spcAft>
                <a:spcPts val="0"/>
              </a:spcAft>
              <a:buClr>
                <a:schemeClr val="dk1"/>
              </a:buClr>
              <a:buSzPts val="2400"/>
              <a:buFont typeface="Arial"/>
              <a:buNone/>
            </a:pPr>
            <a:r>
              <a:rPr lang="en-US" sz="2400" b="1" i="0" u="sng">
                <a:solidFill>
                  <a:schemeClr val="dk1"/>
                </a:solidFill>
                <a:hlinkClick r:id="rId3">
                  <a:extLst>
                    <a:ext uri="{A12FA001-AC4F-418D-AE19-62706E023703}">
                      <ahyp:hlinkClr xmlns:ahyp="http://schemas.microsoft.com/office/drawing/2018/hyperlinkcolor" val="tx"/>
                    </a:ext>
                  </a:extLst>
                </a:hlinkClick>
              </a:rPr>
              <a:t>  </a:t>
            </a:r>
            <a:r>
              <a:rPr lang="en-US" sz="32700" b="1" i="0" u="none">
                <a:solidFill>
                  <a:schemeClr val="dk1"/>
                </a:solidFill>
                <a:latin typeface="Tahoma"/>
                <a:ea typeface="Tahoma"/>
                <a:cs typeface="Tahoma"/>
                <a:sym typeface="Tahoma"/>
              </a:rPr>
              <a:t> </a:t>
            </a:r>
            <a:r>
              <a:rPr lang="en-US" sz="2400" b="1" i="0" u="none">
                <a:solidFill>
                  <a:schemeClr val="dk1"/>
                </a:solidFill>
                <a:latin typeface="Tahoma"/>
                <a:ea typeface="Tahoma"/>
                <a:cs typeface="Tahoma"/>
                <a:sym typeface="Tahoma"/>
              </a:rPr>
              <a:t>                                                                        </a:t>
            </a:r>
            <a:r>
              <a:rPr lang="en-US" sz="2400" b="0" i="0" u="none">
                <a:solidFill>
                  <a:schemeClr val="dk1"/>
                </a:solidFill>
                <a:latin typeface="Tahoma"/>
                <a:ea typeface="Tahoma"/>
                <a:cs typeface="Tahoma"/>
                <a:sym typeface="Tahoma"/>
              </a:rPr>
              <a:t>                                                                               </a:t>
            </a:r>
            <a:endParaRPr/>
          </a:p>
          <a:p>
            <a:pPr marL="0" marR="0" lvl="0" indent="0" algn="l" rtl="0">
              <a:lnSpc>
                <a:spcPct val="100000"/>
              </a:lnSpc>
              <a:spcBef>
                <a:spcPts val="0"/>
              </a:spcBef>
              <a:spcAft>
                <a:spcPts val="0"/>
              </a:spcAft>
              <a:buNone/>
            </a:pPr>
            <a:endParaRPr sz="2400" b="0" i="0" u="none">
              <a:solidFill>
                <a:schemeClr val="dk1"/>
              </a:solidFill>
              <a:latin typeface="Tahoma"/>
              <a:ea typeface="Tahoma"/>
              <a:cs typeface="Tahoma"/>
              <a:sym typeface="Tahoma"/>
            </a:endParaRPr>
          </a:p>
        </p:txBody>
      </p:sp>
      <p:pic>
        <p:nvPicPr>
          <p:cNvPr id="300" name="Google Shape;300;p40" descr="   Until so called Christians understand the difference between an innocent person and a guilty person, under God's condemnation, grave injustices, such as the execution of minister Paul Hill, will continue bringing upon a nation the wrath of God. – Justifiable Homicide   "/>
          <p:cNvPicPr preferRelativeResize="0"/>
          <p:nvPr/>
        </p:nvPicPr>
        <p:blipFill rotWithShape="1">
          <a:blip r:embed="rId4">
            <a:alphaModFix/>
          </a:blip>
          <a:srcRect/>
          <a:stretch/>
        </p:blipFill>
        <p:spPr>
          <a:xfrm>
            <a:off x="1676400" y="1947300"/>
            <a:ext cx="7250100" cy="46249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1"/>
          <p:cNvSpPr txBox="1">
            <a:spLocks noGrp="1"/>
          </p:cNvSpPr>
          <p:nvPr>
            <p:ph type="title"/>
          </p:nvPr>
        </p:nvSpPr>
        <p:spPr>
          <a:xfrm>
            <a:off x="457200" y="312425"/>
            <a:ext cx="8382000" cy="1668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2400"/>
              <a:buFont typeface="Tahoma"/>
              <a:buNone/>
            </a:pPr>
            <a:r>
              <a:rPr lang="en-US" sz="2900" b="1" i="0" u="none">
                <a:solidFill>
                  <a:schemeClr val="dk2"/>
                </a:solidFill>
                <a:latin typeface="Tahoma"/>
                <a:ea typeface="Tahoma"/>
                <a:cs typeface="Tahoma"/>
                <a:sym typeface="Tahoma"/>
              </a:rPr>
              <a:t>For in that you judge another, you condemn yourself (Ro 2:1)</a:t>
            </a:r>
            <a:endParaRPr sz="4900"/>
          </a:p>
        </p:txBody>
      </p:sp>
      <p:sp>
        <p:nvSpPr>
          <p:cNvPr id="307" name="Google Shape;307;p41"/>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139700" algn="l" rtl="0">
              <a:spcBef>
                <a:spcPts val="0"/>
              </a:spcBef>
              <a:spcAft>
                <a:spcPts val="0"/>
              </a:spcAft>
              <a:buClr>
                <a:schemeClr val="dk1"/>
              </a:buClr>
              <a:buSzPts val="3200"/>
              <a:buFont typeface="Tahoma"/>
              <a:buNone/>
            </a:pPr>
            <a:endParaRPr sz="3200">
              <a:solidFill>
                <a:schemeClr val="dk1"/>
              </a:solidFill>
              <a:latin typeface="Tahoma"/>
              <a:ea typeface="Tahoma"/>
              <a:cs typeface="Tahoma"/>
              <a:sym typeface="Tahoma"/>
            </a:endParaRPr>
          </a:p>
        </p:txBody>
      </p:sp>
      <p:pic>
        <p:nvPicPr>
          <p:cNvPr id="308" name="Google Shape;308;p41" descr="judge-with-gavel"/>
          <p:cNvPicPr preferRelativeResize="0"/>
          <p:nvPr/>
        </p:nvPicPr>
        <p:blipFill rotWithShape="1">
          <a:blip r:embed="rId3">
            <a:alphaModFix/>
          </a:blip>
          <a:srcRect/>
          <a:stretch/>
        </p:blipFill>
        <p:spPr>
          <a:xfrm>
            <a:off x="914400" y="1787525"/>
            <a:ext cx="7391400" cy="437038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2"/>
          <p:cNvSpPr txBox="1">
            <a:spLocks noGrp="1"/>
          </p:cNvSpPr>
          <p:nvPr>
            <p:ph type="ctrTitle"/>
          </p:nvPr>
        </p:nvSpPr>
        <p:spPr>
          <a:xfrm>
            <a:off x="609600" y="228600"/>
            <a:ext cx="77724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400"/>
              <a:buFont typeface="Tahoma"/>
              <a:buNone/>
            </a:pPr>
            <a:r>
              <a:rPr lang="en-US" sz="4400" b="1" i="0" u="none">
                <a:solidFill>
                  <a:schemeClr val="dk2"/>
                </a:solidFill>
                <a:latin typeface="Tahoma"/>
                <a:ea typeface="Tahoma"/>
                <a:cs typeface="Tahoma"/>
                <a:sym typeface="Tahoma"/>
              </a:rPr>
              <a:t>Add to these laws the principle of increase</a:t>
            </a:r>
            <a:endParaRPr/>
          </a:p>
        </p:txBody>
      </p:sp>
      <p:sp>
        <p:nvSpPr>
          <p:cNvPr id="315" name="Google Shape;315;p42"/>
          <p:cNvSpPr txBox="1">
            <a:spLocks noGrp="1"/>
          </p:cNvSpPr>
          <p:nvPr>
            <p:ph type="subTitle" idx="1"/>
          </p:nvPr>
        </p:nvSpPr>
        <p:spPr>
          <a:xfrm>
            <a:off x="381000" y="1295400"/>
            <a:ext cx="8382000" cy="5867400"/>
          </a:xfrm>
          <a:prstGeom prst="rect">
            <a:avLst/>
          </a:prstGeom>
          <a:noFill/>
          <a:ln>
            <a:noFill/>
          </a:ln>
        </p:spPr>
        <p:txBody>
          <a:bodyPr spcFirstLastPara="1" wrap="square" lIns="91425" tIns="45700" rIns="91425" bIns="45700" anchor="t" anchorCtr="0">
            <a:noAutofit/>
          </a:bodyPr>
          <a:lstStyle/>
          <a:p>
            <a:pPr marL="609600" lvl="0" indent="-609600" algn="ctr" rtl="0">
              <a:lnSpc>
                <a:spcPct val="100000"/>
              </a:lnSpc>
              <a:spcBef>
                <a:spcPts val="0"/>
              </a:spcBef>
              <a:spcAft>
                <a:spcPts val="0"/>
              </a:spcAft>
              <a:buClr>
                <a:schemeClr val="dk1"/>
              </a:buClr>
              <a:buSzPts val="3200"/>
              <a:buFont typeface="Tahoma"/>
              <a:buNone/>
            </a:pPr>
            <a:r>
              <a:rPr lang="en-US" sz="3200" b="1" i="1" u="none">
                <a:solidFill>
                  <a:schemeClr val="dk1"/>
                </a:solidFill>
                <a:latin typeface="Tahoma"/>
                <a:ea typeface="Tahoma"/>
                <a:cs typeface="Tahoma"/>
                <a:sym typeface="Tahoma"/>
              </a:rPr>
              <a:t> </a:t>
            </a:r>
            <a:endParaRPr/>
          </a:p>
          <a:p>
            <a:pPr marL="609600" lvl="0" indent="-609600" algn="l" rtl="0">
              <a:lnSpc>
                <a:spcPct val="100000"/>
              </a:lnSpc>
              <a:spcBef>
                <a:spcPts val="640"/>
              </a:spcBef>
              <a:spcAft>
                <a:spcPts val="0"/>
              </a:spcAft>
              <a:buClr>
                <a:schemeClr val="dk1"/>
              </a:buClr>
              <a:buSzPts val="3200"/>
              <a:buFont typeface="Tahoma"/>
              <a:buAutoNum type="arabicPeriod"/>
            </a:pPr>
            <a:r>
              <a:rPr lang="en-US" sz="3200" b="1" i="0" u="none">
                <a:solidFill>
                  <a:schemeClr val="dk1"/>
                </a:solidFill>
                <a:latin typeface="Tahoma"/>
                <a:ea typeface="Tahoma"/>
                <a:cs typeface="Tahoma"/>
                <a:sym typeface="Tahoma"/>
              </a:rPr>
              <a:t>“ For they sow the wind, and they reap the whirlwind….” Ho 8:7a</a:t>
            </a:r>
            <a:endParaRPr/>
          </a:p>
          <a:p>
            <a:pPr marL="609600" lvl="0" indent="-609600" algn="l" rtl="0">
              <a:lnSpc>
                <a:spcPct val="100000"/>
              </a:lnSpc>
              <a:spcBef>
                <a:spcPts val="640"/>
              </a:spcBef>
              <a:spcAft>
                <a:spcPts val="0"/>
              </a:spcAft>
              <a:buClr>
                <a:schemeClr val="dk1"/>
              </a:buClr>
              <a:buSzPts val="3200"/>
              <a:buFont typeface="Tahoma"/>
              <a:buNone/>
            </a:pPr>
            <a:endParaRPr sz="3200" b="1" i="0" u="none">
              <a:solidFill>
                <a:schemeClr val="dk1"/>
              </a:solidFill>
              <a:latin typeface="Tahoma"/>
              <a:ea typeface="Tahoma"/>
              <a:cs typeface="Tahoma"/>
              <a:sym typeface="Tahoma"/>
            </a:endParaRPr>
          </a:p>
          <a:p>
            <a:pPr marL="609600" lvl="0" indent="-609600" algn="l" rtl="0">
              <a:lnSpc>
                <a:spcPct val="100000"/>
              </a:lnSpc>
              <a:spcBef>
                <a:spcPts val="640"/>
              </a:spcBef>
              <a:spcAft>
                <a:spcPts val="0"/>
              </a:spcAft>
              <a:buClr>
                <a:schemeClr val="dk1"/>
              </a:buClr>
              <a:buSzPts val="3200"/>
              <a:buFont typeface="Tahoma"/>
              <a:buNone/>
            </a:pPr>
            <a:r>
              <a:rPr lang="en-US" sz="3200" b="1" i="0" u="none">
                <a:solidFill>
                  <a:schemeClr val="dk1"/>
                </a:solidFill>
                <a:latin typeface="Tahoma"/>
                <a:ea typeface="Tahoma"/>
                <a:cs typeface="Tahoma"/>
                <a:sym typeface="Tahoma"/>
              </a:rPr>
              <a:t>2.	“ … Still other seed fell on good soil, where it produced a crop – a hundred, sixty or thirty times what was sown.” Mt 13:8</a:t>
            </a:r>
            <a:endParaRPr/>
          </a:p>
          <a:p>
            <a:pPr marL="609600" lvl="0" indent="-609600" algn="l" rtl="0">
              <a:lnSpc>
                <a:spcPct val="100000"/>
              </a:lnSpc>
              <a:spcBef>
                <a:spcPts val="640"/>
              </a:spcBef>
              <a:spcAft>
                <a:spcPts val="0"/>
              </a:spcAft>
              <a:buClr>
                <a:schemeClr val="dk1"/>
              </a:buClr>
              <a:buSzPts val="3200"/>
              <a:buFont typeface="Tahoma"/>
              <a:buNone/>
            </a:pPr>
            <a:endParaRPr sz="3200" b="1" i="0" u="sng">
              <a:solidFill>
                <a:schemeClr val="dk1"/>
              </a:solidFill>
              <a:latin typeface="Tahoma"/>
              <a:ea typeface="Tahoma"/>
              <a:cs typeface="Tahoma"/>
              <a:sym typeface="Tahoma"/>
            </a:endParaRPr>
          </a:p>
          <a:p>
            <a:pPr marL="0" lvl="0" indent="0" algn="ctr" rtl="0">
              <a:spcBef>
                <a:spcPts val="640"/>
              </a:spcBef>
              <a:spcAft>
                <a:spcPts val="0"/>
              </a:spcAft>
              <a:buClr>
                <a:schemeClr val="dk1"/>
              </a:buClr>
              <a:buSzPts val="3200"/>
              <a:buFont typeface="Tahoma"/>
              <a:buNone/>
            </a:pPr>
            <a:endParaRPr sz="3200" b="1" i="0" u="sng">
              <a:solidFill>
                <a:schemeClr val="dk1"/>
              </a:solidFill>
              <a:latin typeface="Tahoma"/>
              <a:ea typeface="Tahoma"/>
              <a:cs typeface="Tahoma"/>
              <a:sym typeface="Tahoma"/>
            </a:endParaRPr>
          </a:p>
        </p:txBody>
      </p:sp>
      <p:cxnSp>
        <p:nvCxnSpPr>
          <p:cNvPr id="316" name="Google Shape;316;p42"/>
          <p:cNvCxnSpPr/>
          <p:nvPr/>
        </p:nvCxnSpPr>
        <p:spPr>
          <a:xfrm>
            <a:off x="457200" y="1524000"/>
            <a:ext cx="8153400" cy="0"/>
          </a:xfrm>
          <a:prstGeom prst="straightConnector1">
            <a:avLst/>
          </a:prstGeom>
          <a:noFill/>
          <a:ln w="76200" cap="flat" cmpd="sng">
            <a:solidFill>
              <a:srgbClr val="FF0000"/>
            </a:solidFill>
            <a:prstDash val="solid"/>
            <a:miter lim="800000"/>
            <a:headEnd type="none" w="med" len="med"/>
            <a:tailEnd type="none" w="med" len="med"/>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3"/>
          <p:cNvSpPr txBox="1">
            <a:spLocks noGrp="1"/>
          </p:cNvSpPr>
          <p:nvPr>
            <p:ph type="title"/>
          </p:nvPr>
        </p:nvSpPr>
        <p:spPr>
          <a:xfrm>
            <a:off x="457200" y="609600"/>
            <a:ext cx="8534400" cy="533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000"/>
              <a:buFont typeface="Tahoma"/>
              <a:buNone/>
            </a:pPr>
            <a:r>
              <a:rPr lang="en-US" sz="4000" b="0" i="0" u="none">
                <a:solidFill>
                  <a:schemeClr val="dk2"/>
                </a:solidFill>
                <a:latin typeface="Tahoma"/>
                <a:ea typeface="Tahoma"/>
                <a:cs typeface="Tahoma"/>
                <a:sym typeface="Tahoma"/>
              </a:rPr>
              <a:t>…as though there is an inner child</a:t>
            </a:r>
            <a:endParaRPr/>
          </a:p>
        </p:txBody>
      </p:sp>
      <p:sp>
        <p:nvSpPr>
          <p:cNvPr id="323" name="Google Shape;323;p43"/>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139700" algn="l" rtl="0">
              <a:spcBef>
                <a:spcPts val="0"/>
              </a:spcBef>
              <a:spcAft>
                <a:spcPts val="0"/>
              </a:spcAft>
              <a:buClr>
                <a:schemeClr val="dk1"/>
              </a:buClr>
              <a:buSzPts val="3200"/>
              <a:buFont typeface="Tahoma"/>
              <a:buNone/>
            </a:pPr>
            <a:endParaRPr sz="3200">
              <a:solidFill>
                <a:schemeClr val="dk1"/>
              </a:solidFill>
              <a:latin typeface="Tahoma"/>
              <a:ea typeface="Tahoma"/>
              <a:cs typeface="Tahoma"/>
              <a:sym typeface="Tahoma"/>
            </a:endParaRPr>
          </a:p>
        </p:txBody>
      </p:sp>
      <p:pic>
        <p:nvPicPr>
          <p:cNvPr id="324" name="Google Shape;324;p43" descr="innerchild_revised"/>
          <p:cNvPicPr preferRelativeResize="0"/>
          <p:nvPr/>
        </p:nvPicPr>
        <p:blipFill rotWithShape="1">
          <a:blip r:embed="rId3">
            <a:alphaModFix/>
          </a:blip>
          <a:srcRect/>
          <a:stretch/>
        </p:blipFill>
        <p:spPr>
          <a:xfrm>
            <a:off x="1600200" y="1752600"/>
            <a:ext cx="6248400" cy="4572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pic>
        <p:nvPicPr>
          <p:cNvPr id="330" name="Google Shape;330;p44" descr="Picture of a plant with the labels flower, leaf, stem, root, fruit, and seed."/>
          <p:cNvPicPr preferRelativeResize="0"/>
          <p:nvPr/>
        </p:nvPicPr>
        <p:blipFill rotWithShape="1">
          <a:blip r:embed="rId3">
            <a:alphaModFix/>
          </a:blip>
          <a:srcRect/>
          <a:stretch/>
        </p:blipFill>
        <p:spPr>
          <a:xfrm>
            <a:off x="2773350" y="1462074"/>
            <a:ext cx="3600450" cy="4285775"/>
          </a:xfrm>
          <a:prstGeom prst="rect">
            <a:avLst/>
          </a:prstGeom>
          <a:noFill/>
          <a:ln>
            <a:noFill/>
          </a:ln>
        </p:spPr>
      </p:pic>
      <p:sp>
        <p:nvSpPr>
          <p:cNvPr id="331" name="Google Shape;331;p44"/>
          <p:cNvSpPr txBox="1"/>
          <p:nvPr/>
        </p:nvSpPr>
        <p:spPr>
          <a:xfrm>
            <a:off x="1905000" y="685800"/>
            <a:ext cx="5181600" cy="342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400"/>
              <a:buFont typeface="Tahoma"/>
              <a:buNone/>
            </a:pPr>
            <a:r>
              <a:rPr lang="en-US" sz="2400" b="1" i="0" u="none">
                <a:solidFill>
                  <a:schemeClr val="dk1"/>
                </a:solidFill>
                <a:latin typeface="Tahoma"/>
                <a:ea typeface="Tahoma"/>
                <a:cs typeface="Tahoma"/>
                <a:sym typeface="Tahoma"/>
              </a:rPr>
              <a:t>Fruit to Root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45"/>
          <p:cNvSpPr txBox="1">
            <a:spLocks noGrp="1"/>
          </p:cNvSpPr>
          <p:nvPr>
            <p:ph type="ctrTitle"/>
          </p:nvPr>
        </p:nvSpPr>
        <p:spPr>
          <a:xfrm>
            <a:off x="609600" y="228600"/>
            <a:ext cx="77724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000"/>
              <a:buFont typeface="Tahoma"/>
              <a:buNone/>
            </a:pPr>
            <a:r>
              <a:rPr lang="en-US" sz="4000" b="1" i="0" u="none">
                <a:solidFill>
                  <a:schemeClr val="dk2"/>
                </a:solidFill>
                <a:latin typeface="Tahoma"/>
                <a:ea typeface="Tahoma"/>
                <a:cs typeface="Tahoma"/>
                <a:sym typeface="Tahoma"/>
              </a:rPr>
              <a:t>FOUNDATIONS FOR MINISTRY</a:t>
            </a:r>
            <a:endParaRPr/>
          </a:p>
        </p:txBody>
      </p:sp>
      <p:sp>
        <p:nvSpPr>
          <p:cNvPr id="338" name="Google Shape;338;p45"/>
          <p:cNvSpPr txBox="1">
            <a:spLocks noGrp="1"/>
          </p:cNvSpPr>
          <p:nvPr>
            <p:ph type="subTitle" idx="1"/>
          </p:nvPr>
        </p:nvSpPr>
        <p:spPr>
          <a:xfrm>
            <a:off x="609600" y="1752600"/>
            <a:ext cx="8153400" cy="5410200"/>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Clr>
                <a:schemeClr val="dk1"/>
              </a:buClr>
              <a:buSzPts val="3200"/>
              <a:buFont typeface="Tahoma"/>
              <a:buNone/>
            </a:pPr>
            <a:r>
              <a:rPr lang="en-US" sz="3200" b="1" i="0" u="none">
                <a:solidFill>
                  <a:schemeClr val="dk1"/>
                </a:solidFill>
                <a:latin typeface="Tahoma"/>
                <a:ea typeface="Tahoma"/>
                <a:cs typeface="Tahoma"/>
                <a:sym typeface="Tahoma"/>
              </a:rPr>
              <a:t>Discernment of root issues is founded </a:t>
            </a:r>
            <a:endParaRPr/>
          </a:p>
          <a:p>
            <a:pPr marL="609600" lvl="0" indent="-609600" algn="l" rtl="0">
              <a:lnSpc>
                <a:spcPct val="100000"/>
              </a:lnSpc>
              <a:spcBef>
                <a:spcPts val="640"/>
              </a:spcBef>
              <a:spcAft>
                <a:spcPts val="0"/>
              </a:spcAft>
              <a:buClr>
                <a:schemeClr val="dk1"/>
              </a:buClr>
              <a:buSzPts val="3200"/>
              <a:buFont typeface="Tahoma"/>
              <a:buNone/>
            </a:pPr>
            <a:r>
              <a:rPr lang="en-US" sz="3200" b="1" i="0" u="none">
                <a:solidFill>
                  <a:schemeClr val="dk1"/>
                </a:solidFill>
                <a:latin typeface="Tahoma"/>
                <a:ea typeface="Tahoma"/>
                <a:cs typeface="Tahoma"/>
                <a:sym typeface="Tahoma"/>
              </a:rPr>
              <a:t>upon laws in the Word of God that are:</a:t>
            </a:r>
            <a:endParaRPr/>
          </a:p>
          <a:p>
            <a:pPr marL="609600" lvl="0" indent="-609600" algn="l" rtl="0">
              <a:lnSpc>
                <a:spcPct val="100000"/>
              </a:lnSpc>
              <a:spcBef>
                <a:spcPts val="640"/>
              </a:spcBef>
              <a:spcAft>
                <a:spcPts val="0"/>
              </a:spcAft>
              <a:buClr>
                <a:schemeClr val="dk1"/>
              </a:buClr>
              <a:buSzPts val="3200"/>
              <a:buFont typeface="Tahoma"/>
              <a:buChar char="•"/>
            </a:pPr>
            <a:r>
              <a:rPr lang="en-US" sz="3200" b="1" i="0" u="none">
                <a:solidFill>
                  <a:schemeClr val="dk1"/>
                </a:solidFill>
                <a:latin typeface="Tahoma"/>
                <a:ea typeface="Tahoma"/>
                <a:cs typeface="Tahoma"/>
                <a:sym typeface="Tahoma"/>
              </a:rPr>
              <a:t>written in the universe</a:t>
            </a:r>
            <a:endParaRPr/>
          </a:p>
          <a:p>
            <a:pPr marL="609600" lvl="0" indent="-609600" algn="l" rtl="0">
              <a:lnSpc>
                <a:spcPct val="100000"/>
              </a:lnSpc>
              <a:spcBef>
                <a:spcPts val="640"/>
              </a:spcBef>
              <a:spcAft>
                <a:spcPts val="0"/>
              </a:spcAft>
              <a:buClr>
                <a:schemeClr val="dk1"/>
              </a:buClr>
              <a:buSzPts val="3200"/>
              <a:buFont typeface="Tahoma"/>
              <a:buChar char="•"/>
            </a:pPr>
            <a:r>
              <a:rPr lang="en-US" sz="3200" b="1" i="0" u="none">
                <a:solidFill>
                  <a:schemeClr val="dk1"/>
                </a:solidFill>
                <a:latin typeface="Tahoma"/>
                <a:ea typeface="Tahoma"/>
                <a:cs typeface="Tahoma"/>
                <a:sym typeface="Tahoma"/>
              </a:rPr>
              <a:t>applies to all </a:t>
            </a:r>
            <a:endParaRPr/>
          </a:p>
          <a:p>
            <a:pPr marL="609600" lvl="0" indent="-609600" algn="l" rtl="0">
              <a:lnSpc>
                <a:spcPct val="100000"/>
              </a:lnSpc>
              <a:spcBef>
                <a:spcPts val="640"/>
              </a:spcBef>
              <a:spcAft>
                <a:spcPts val="0"/>
              </a:spcAft>
              <a:buClr>
                <a:schemeClr val="dk1"/>
              </a:buClr>
              <a:buSzPts val="3200"/>
              <a:buFont typeface="Tahoma"/>
              <a:buChar char="•"/>
            </a:pPr>
            <a:r>
              <a:rPr lang="en-US" sz="3200" b="1" i="0" u="none">
                <a:solidFill>
                  <a:schemeClr val="dk1"/>
                </a:solidFill>
                <a:latin typeface="Tahoma"/>
                <a:ea typeface="Tahoma"/>
                <a:cs typeface="Tahoma"/>
                <a:sym typeface="Tahoma"/>
              </a:rPr>
              <a:t>absolute and eternal</a:t>
            </a:r>
            <a:r>
              <a:rPr lang="en-US" sz="3200" b="0" i="0" u="none">
                <a:solidFill>
                  <a:schemeClr val="dk1"/>
                </a:solidFill>
                <a:latin typeface="Tahoma"/>
                <a:ea typeface="Tahoma"/>
                <a:cs typeface="Tahoma"/>
                <a:sym typeface="Tahoma"/>
              </a:rPr>
              <a:t> </a:t>
            </a:r>
            <a:endParaRPr/>
          </a:p>
        </p:txBody>
      </p:sp>
      <p:cxnSp>
        <p:nvCxnSpPr>
          <p:cNvPr id="339" name="Google Shape;339;p45"/>
          <p:cNvCxnSpPr/>
          <p:nvPr/>
        </p:nvCxnSpPr>
        <p:spPr>
          <a:xfrm>
            <a:off x="457200" y="1524000"/>
            <a:ext cx="8153400" cy="0"/>
          </a:xfrm>
          <a:prstGeom prst="straightConnector1">
            <a:avLst/>
          </a:prstGeom>
          <a:noFill/>
          <a:ln w="76200" cap="flat" cmpd="sng">
            <a:solidFill>
              <a:srgbClr val="FF0000"/>
            </a:solidFill>
            <a:prstDash val="solid"/>
            <a:miter lim="800000"/>
            <a:headEnd type="none" w="med" len="med"/>
            <a:tailEnd type="none" w="med" len="med"/>
          </a:ln>
        </p:spPr>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46"/>
          <p:cNvSpPr txBox="1">
            <a:spLocks noGrp="1"/>
          </p:cNvSpPr>
          <p:nvPr>
            <p:ph type="ctrTitle"/>
          </p:nvPr>
        </p:nvSpPr>
        <p:spPr>
          <a:xfrm>
            <a:off x="304800" y="0"/>
            <a:ext cx="88392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000"/>
              <a:buFont typeface="Tahoma"/>
              <a:buNone/>
            </a:pPr>
            <a:r>
              <a:rPr lang="en-US" sz="4000" b="1" i="0" u="none">
                <a:solidFill>
                  <a:schemeClr val="dk2"/>
                </a:solidFill>
                <a:latin typeface="Tahoma"/>
                <a:ea typeface="Tahoma"/>
                <a:cs typeface="Tahoma"/>
                <a:sym typeface="Tahoma"/>
              </a:rPr>
              <a:t>Why Healing &amp; Transformation?</a:t>
            </a:r>
            <a:endParaRPr/>
          </a:p>
        </p:txBody>
      </p:sp>
      <p:sp>
        <p:nvSpPr>
          <p:cNvPr id="346" name="Google Shape;346;p46"/>
          <p:cNvSpPr txBox="1">
            <a:spLocks noGrp="1"/>
          </p:cNvSpPr>
          <p:nvPr>
            <p:ph type="subTitle" idx="1"/>
          </p:nvPr>
        </p:nvSpPr>
        <p:spPr>
          <a:xfrm>
            <a:off x="381000" y="1295400"/>
            <a:ext cx="8382000" cy="5867400"/>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Clr>
                <a:schemeClr val="dk1"/>
              </a:buClr>
              <a:buSzPts val="3200"/>
              <a:buFont typeface="Tahoma"/>
              <a:buNone/>
            </a:pPr>
            <a:r>
              <a:rPr lang="en-US" sz="3200" b="1" i="0" u="none">
                <a:solidFill>
                  <a:schemeClr val="dk1"/>
                </a:solidFill>
                <a:latin typeface="Tahoma"/>
                <a:ea typeface="Tahoma"/>
                <a:cs typeface="Tahoma"/>
                <a:sym typeface="Tahoma"/>
              </a:rPr>
              <a:t>Although Christ has accomplished our salvation and perfection, our carnal nature, though slain at the cross, refuses to stay dead.  It comes back to life, causing trouble.</a:t>
            </a:r>
            <a:endParaRPr/>
          </a:p>
          <a:p>
            <a:pPr marL="609600" lvl="0" indent="-609600" algn="l" rtl="0">
              <a:lnSpc>
                <a:spcPct val="100000"/>
              </a:lnSpc>
              <a:spcBef>
                <a:spcPts val="640"/>
              </a:spcBef>
              <a:spcAft>
                <a:spcPts val="0"/>
              </a:spcAft>
              <a:buClr>
                <a:schemeClr val="dk1"/>
              </a:buClr>
              <a:buSzPts val="3200"/>
              <a:buFont typeface="Tahoma"/>
              <a:buNone/>
            </a:pPr>
            <a:r>
              <a:rPr lang="en-US" sz="3200" b="1" i="0" u="none">
                <a:solidFill>
                  <a:schemeClr val="dk1"/>
                </a:solidFill>
                <a:latin typeface="Tahoma"/>
                <a:ea typeface="Tahoma"/>
                <a:cs typeface="Tahoma"/>
                <a:sym typeface="Tahoma"/>
              </a:rPr>
              <a:t> See to it that no one comes short of the grace of God; that no root of bitterness springing up causes trouble, and by it many are defiled” Hb 12:15</a:t>
            </a:r>
            <a:endParaRPr/>
          </a:p>
          <a:p>
            <a:pPr marL="609600" lvl="0" indent="-609600" algn="l" rtl="0">
              <a:lnSpc>
                <a:spcPct val="100000"/>
              </a:lnSpc>
              <a:spcBef>
                <a:spcPts val="640"/>
              </a:spcBef>
              <a:spcAft>
                <a:spcPts val="0"/>
              </a:spcAft>
              <a:buClr>
                <a:schemeClr val="dk1"/>
              </a:buClr>
              <a:buSzPts val="3200"/>
              <a:buFont typeface="Tahoma"/>
              <a:buNone/>
            </a:pPr>
            <a:endParaRPr sz="3200" b="1" i="0" u="none">
              <a:solidFill>
                <a:schemeClr val="dk1"/>
              </a:solidFill>
              <a:latin typeface="Tahoma"/>
              <a:ea typeface="Tahoma"/>
              <a:cs typeface="Tahoma"/>
              <a:sym typeface="Tahoma"/>
            </a:endParaRPr>
          </a:p>
          <a:p>
            <a:pPr marL="0" lvl="0" indent="0" algn="ctr" rtl="0">
              <a:spcBef>
                <a:spcPts val="640"/>
              </a:spcBef>
              <a:spcAft>
                <a:spcPts val="0"/>
              </a:spcAft>
              <a:buClr>
                <a:schemeClr val="dk1"/>
              </a:buClr>
              <a:buSzPts val="3200"/>
              <a:buFont typeface="Tahoma"/>
              <a:buNone/>
            </a:pPr>
            <a:endParaRPr sz="3200" b="1" i="0" u="none">
              <a:solidFill>
                <a:schemeClr val="dk1"/>
              </a:solidFill>
              <a:latin typeface="Tahoma"/>
              <a:ea typeface="Tahoma"/>
              <a:cs typeface="Tahoma"/>
              <a:sym typeface="Tahoma"/>
            </a:endParaRPr>
          </a:p>
        </p:txBody>
      </p:sp>
      <p:cxnSp>
        <p:nvCxnSpPr>
          <p:cNvPr id="347" name="Google Shape;347;p46"/>
          <p:cNvCxnSpPr/>
          <p:nvPr/>
        </p:nvCxnSpPr>
        <p:spPr>
          <a:xfrm>
            <a:off x="457200" y="1066800"/>
            <a:ext cx="8153400" cy="0"/>
          </a:xfrm>
          <a:prstGeom prst="straightConnector1">
            <a:avLst/>
          </a:prstGeom>
          <a:noFill/>
          <a:ln w="76200" cap="flat" cmpd="sng">
            <a:solidFill>
              <a:srgbClr val="FF0000"/>
            </a:solidFill>
            <a:prstDash val="solid"/>
            <a:miter lim="800000"/>
            <a:headEnd type="none" w="med" len="med"/>
            <a:tailEnd type="none" w="med" len="med"/>
          </a:ln>
        </p:spPr>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7"/>
          <p:cNvSpPr txBox="1">
            <a:spLocks noGrp="1"/>
          </p:cNvSpPr>
          <p:nvPr>
            <p:ph type="title"/>
          </p:nvPr>
        </p:nvSpPr>
        <p:spPr>
          <a:xfrm>
            <a:off x="685800" y="609600"/>
            <a:ext cx="7772400" cy="10953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000"/>
              <a:buFont typeface="Tahoma"/>
              <a:buNone/>
            </a:pPr>
            <a:r>
              <a:rPr lang="en-US" sz="4300" b="1" i="0" u="none">
                <a:solidFill>
                  <a:schemeClr val="dk2"/>
                </a:solidFill>
              </a:rPr>
              <a:t>…it keeps on coming back</a:t>
            </a:r>
            <a:endParaRPr sz="4700" b="1"/>
          </a:p>
        </p:txBody>
      </p:sp>
      <p:pic>
        <p:nvPicPr>
          <p:cNvPr id="354" name="Google Shape;354;p47" descr="Dandelion%2520Root"/>
          <p:cNvPicPr preferRelativeResize="0">
            <a:picLocks noGrp="1"/>
          </p:cNvPicPr>
          <p:nvPr>
            <p:ph type="body" idx="1"/>
          </p:nvPr>
        </p:nvPicPr>
        <p:blipFill rotWithShape="1">
          <a:blip r:embed="rId3">
            <a:alphaModFix/>
          </a:blip>
          <a:srcRect/>
          <a:stretch/>
        </p:blipFill>
        <p:spPr>
          <a:xfrm>
            <a:off x="2209800" y="3810000"/>
            <a:ext cx="3276600" cy="2743200"/>
          </a:xfrm>
          <a:prstGeom prst="rect">
            <a:avLst/>
          </a:prstGeom>
          <a:noFill/>
          <a:ln>
            <a:noFill/>
          </a:ln>
        </p:spPr>
      </p:pic>
      <p:pic>
        <p:nvPicPr>
          <p:cNvPr id="355" name="Google Shape;355;p47" descr="dandelion-image"/>
          <p:cNvPicPr preferRelativeResize="0">
            <a:picLocks noGrp="1"/>
          </p:cNvPicPr>
          <p:nvPr>
            <p:ph type="body" idx="2"/>
          </p:nvPr>
        </p:nvPicPr>
        <p:blipFill rotWithShape="1">
          <a:blip r:embed="rId4">
            <a:alphaModFix/>
          </a:blip>
          <a:srcRect/>
          <a:stretch/>
        </p:blipFill>
        <p:spPr>
          <a:xfrm>
            <a:off x="2628900" y="1981200"/>
            <a:ext cx="4535487" cy="2216150"/>
          </a:xfrm>
          <a:prstGeom prst="rect">
            <a:avLst/>
          </a:prstGeom>
          <a:noFill/>
          <a:ln>
            <a:noFill/>
          </a:ln>
        </p:spPr>
      </p:pic>
      <p:sp>
        <p:nvSpPr>
          <p:cNvPr id="356" name="Google Shape;356;p47"/>
          <p:cNvSpPr txBox="1"/>
          <p:nvPr/>
        </p:nvSpPr>
        <p:spPr>
          <a:xfrm>
            <a:off x="5029200" y="5486400"/>
            <a:ext cx="3657600" cy="6175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ahoma"/>
              <a:buNone/>
            </a:pPr>
            <a:r>
              <a:rPr lang="en-US" sz="2400" b="1" i="0" u="none">
                <a:solidFill>
                  <a:schemeClr val="dk1"/>
                </a:solidFill>
                <a:latin typeface="Tahoma"/>
                <a:ea typeface="Tahoma"/>
                <a:cs typeface="Tahoma"/>
                <a:sym typeface="Tahoma"/>
              </a:rPr>
              <a:t>Structure/strongholds</a:t>
            </a:r>
            <a:endParaRPr/>
          </a:p>
        </p:txBody>
      </p:sp>
      <p:sp>
        <p:nvSpPr>
          <p:cNvPr id="357" name="Google Shape;357;p47"/>
          <p:cNvSpPr txBox="1"/>
          <p:nvPr/>
        </p:nvSpPr>
        <p:spPr>
          <a:xfrm>
            <a:off x="685800" y="2471737"/>
            <a:ext cx="1465262" cy="342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58" name="Google Shape;358;p47"/>
          <p:cNvSpPr txBox="1"/>
          <p:nvPr/>
        </p:nvSpPr>
        <p:spPr>
          <a:xfrm>
            <a:off x="533400" y="3581400"/>
            <a:ext cx="4592637" cy="342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ahoma"/>
              <a:buNone/>
            </a:pPr>
            <a:r>
              <a:rPr lang="en-US" sz="2400" b="1" i="0" u="none">
                <a:solidFill>
                  <a:schemeClr val="dk1"/>
                </a:solidFill>
                <a:latin typeface="Tahoma"/>
                <a:ea typeface="Tahoma"/>
                <a:cs typeface="Tahoma"/>
                <a:sym typeface="Tahoma"/>
              </a:rPr>
              <a:t>Manifestations/fruits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4"/>
                                        </p:tgtEl>
                                        <p:attrNameLst>
                                          <p:attrName>style.visibility</p:attrName>
                                        </p:attrNameLst>
                                      </p:cBhvr>
                                      <p:to>
                                        <p:strVal val="visible"/>
                                      </p:to>
                                    </p:set>
                                    <p:animEffect transition="in" filter="fade">
                                      <p:cBhvr>
                                        <p:cTn id="7" dur="1230"/>
                                        <p:tgtEl>
                                          <p:spTgt spid="354"/>
                                        </p:tgtEl>
                                      </p:cBhvr>
                                    </p:animEffect>
                                  </p:childTnLst>
                                </p:cTn>
                              </p:par>
                              <p:par>
                                <p:cTn id="8" presetID="10" presetClass="entr" presetSubtype="0" fill="hold" nodeType="withEffect">
                                  <p:stCondLst>
                                    <p:cond delay="0"/>
                                  </p:stCondLst>
                                  <p:childTnLst>
                                    <p:set>
                                      <p:cBhvr>
                                        <p:cTn id="9" dur="1" fill="hold">
                                          <p:stCondLst>
                                            <p:cond delay="0"/>
                                          </p:stCondLst>
                                        </p:cTn>
                                        <p:tgtEl>
                                          <p:spTgt spid="355"/>
                                        </p:tgtEl>
                                        <p:attrNameLst>
                                          <p:attrName>style.visibility</p:attrName>
                                        </p:attrNameLst>
                                      </p:cBhvr>
                                      <p:to>
                                        <p:strVal val="visible"/>
                                      </p:to>
                                    </p:set>
                                    <p:animEffect transition="in" filter="fade">
                                      <p:cBhvr>
                                        <p:cTn id="10" dur="1230"/>
                                        <p:tgtEl>
                                          <p:spTgt spid="3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48"/>
          <p:cNvSpPr txBox="1">
            <a:spLocks noGrp="1"/>
          </p:cNvSpPr>
          <p:nvPr>
            <p:ph type="ctrTitle"/>
          </p:nvPr>
        </p:nvSpPr>
        <p:spPr>
          <a:xfrm>
            <a:off x="304800" y="0"/>
            <a:ext cx="88392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000"/>
              <a:buFont typeface="Tahoma"/>
              <a:buNone/>
            </a:pPr>
            <a:r>
              <a:rPr lang="en-US" sz="4000" b="1" i="0" u="none">
                <a:solidFill>
                  <a:schemeClr val="dk2"/>
                </a:solidFill>
                <a:latin typeface="Tahoma"/>
                <a:ea typeface="Tahoma"/>
                <a:cs typeface="Tahoma"/>
                <a:sym typeface="Tahoma"/>
              </a:rPr>
              <a:t>Why Healing &amp; Transformation?</a:t>
            </a:r>
            <a:endParaRPr/>
          </a:p>
        </p:txBody>
      </p:sp>
      <p:sp>
        <p:nvSpPr>
          <p:cNvPr id="365" name="Google Shape;365;p48"/>
          <p:cNvSpPr txBox="1">
            <a:spLocks noGrp="1"/>
          </p:cNvSpPr>
          <p:nvPr>
            <p:ph type="subTitle" idx="1"/>
          </p:nvPr>
        </p:nvSpPr>
        <p:spPr>
          <a:xfrm>
            <a:off x="381000" y="1295400"/>
            <a:ext cx="8382000" cy="5867400"/>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Clr>
                <a:schemeClr val="dk1"/>
              </a:buClr>
              <a:buSzPts val="3200"/>
              <a:buFont typeface="Tahoma"/>
              <a:buNone/>
            </a:pPr>
            <a:endParaRPr sz="3200" b="1" i="0" u="none">
              <a:solidFill>
                <a:schemeClr val="dk1"/>
              </a:solidFill>
              <a:latin typeface="Tahoma"/>
              <a:ea typeface="Tahoma"/>
              <a:cs typeface="Tahoma"/>
              <a:sym typeface="Tahoma"/>
            </a:endParaRPr>
          </a:p>
          <a:p>
            <a:pPr marL="0" lvl="0" indent="0" algn="ctr" rtl="0">
              <a:spcBef>
                <a:spcPts val="640"/>
              </a:spcBef>
              <a:spcAft>
                <a:spcPts val="0"/>
              </a:spcAft>
              <a:buClr>
                <a:schemeClr val="dk1"/>
              </a:buClr>
              <a:buSzPts val="3200"/>
              <a:buFont typeface="Tahoma"/>
              <a:buNone/>
            </a:pPr>
            <a:endParaRPr sz="3200" b="1" i="0" u="none">
              <a:solidFill>
                <a:schemeClr val="dk1"/>
              </a:solidFill>
              <a:latin typeface="Tahoma"/>
              <a:ea typeface="Tahoma"/>
              <a:cs typeface="Tahoma"/>
              <a:sym typeface="Tahoma"/>
            </a:endParaRPr>
          </a:p>
        </p:txBody>
      </p:sp>
      <p:cxnSp>
        <p:nvCxnSpPr>
          <p:cNvPr id="366" name="Google Shape;366;p48"/>
          <p:cNvCxnSpPr/>
          <p:nvPr/>
        </p:nvCxnSpPr>
        <p:spPr>
          <a:xfrm>
            <a:off x="457200" y="914400"/>
            <a:ext cx="8153400" cy="0"/>
          </a:xfrm>
          <a:prstGeom prst="straightConnector1">
            <a:avLst/>
          </a:prstGeom>
          <a:noFill/>
          <a:ln w="76200" cap="flat" cmpd="sng">
            <a:solidFill>
              <a:srgbClr val="FF0000"/>
            </a:solidFill>
            <a:prstDash val="solid"/>
            <a:miter lim="800000"/>
            <a:headEnd type="none" w="med" len="med"/>
            <a:tailEnd type="none" w="med" len="med"/>
          </a:ln>
        </p:spPr>
      </p:cxnSp>
      <p:sp>
        <p:nvSpPr>
          <p:cNvPr id="367" name="Google Shape;367;p48"/>
          <p:cNvSpPr txBox="1"/>
          <p:nvPr/>
        </p:nvSpPr>
        <p:spPr>
          <a:xfrm>
            <a:off x="304800" y="914400"/>
            <a:ext cx="8839200" cy="5787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ahoma"/>
              <a:buNone/>
            </a:pPr>
            <a:endParaRPr sz="2000"/>
          </a:p>
          <a:p>
            <a:pPr marL="0" marR="0" lvl="0" indent="0" algn="l" rtl="0">
              <a:lnSpc>
                <a:spcPct val="100000"/>
              </a:lnSpc>
              <a:spcBef>
                <a:spcPts val="0"/>
              </a:spcBef>
              <a:spcAft>
                <a:spcPts val="0"/>
              </a:spcAft>
              <a:buClr>
                <a:schemeClr val="dk1"/>
              </a:buClr>
              <a:buSzPts val="2400"/>
              <a:buFont typeface="Tahoma"/>
              <a:buNone/>
            </a:pPr>
            <a:r>
              <a:rPr lang="en-US" sz="3000" b="1" i="0" u="none">
                <a:solidFill>
                  <a:schemeClr val="dk1"/>
                </a:solidFill>
                <a:latin typeface="Tahoma"/>
                <a:ea typeface="Tahoma"/>
                <a:cs typeface="Tahoma"/>
                <a:sym typeface="Tahoma"/>
              </a:rPr>
              <a:t>“ Take the plank of your own eye, and then you will see clearly to take out the speck that is in your brother’s eye.” Lk 6:42</a:t>
            </a:r>
            <a:endParaRPr sz="2000"/>
          </a:p>
          <a:p>
            <a:pPr marL="0" marR="0" lvl="0" indent="0" algn="l" rtl="0">
              <a:lnSpc>
                <a:spcPct val="100000"/>
              </a:lnSpc>
              <a:spcBef>
                <a:spcPts val="0"/>
              </a:spcBef>
              <a:spcAft>
                <a:spcPts val="0"/>
              </a:spcAft>
              <a:buClr>
                <a:schemeClr val="dk1"/>
              </a:buClr>
              <a:buSzPts val="2400"/>
              <a:buFont typeface="Arial"/>
              <a:buNone/>
            </a:pPr>
            <a:endParaRPr sz="3000" b="1" i="0" u="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chemeClr val="dk1"/>
              </a:buClr>
              <a:buSzPts val="2400"/>
              <a:buFont typeface="Tahoma"/>
              <a:buNone/>
            </a:pPr>
            <a:r>
              <a:rPr lang="en-US" sz="3000" b="1" i="0" u="none">
                <a:solidFill>
                  <a:schemeClr val="dk1"/>
                </a:solidFill>
                <a:latin typeface="Tahoma"/>
                <a:ea typeface="Tahoma"/>
                <a:cs typeface="Tahoma"/>
                <a:sym typeface="Tahoma"/>
              </a:rPr>
              <a:t>“ Bad fruit comes from bad roots.” Lk 6:43</a:t>
            </a:r>
            <a:endParaRPr sz="2000"/>
          </a:p>
          <a:p>
            <a:pPr marL="0" marR="0" lvl="0" indent="0" algn="l" rtl="0">
              <a:lnSpc>
                <a:spcPct val="100000"/>
              </a:lnSpc>
              <a:spcBef>
                <a:spcPts val="0"/>
              </a:spcBef>
              <a:spcAft>
                <a:spcPts val="0"/>
              </a:spcAft>
              <a:buClr>
                <a:schemeClr val="dk1"/>
              </a:buClr>
              <a:buSzPts val="2400"/>
              <a:buFont typeface="Arial"/>
              <a:buNone/>
            </a:pPr>
            <a:endParaRPr sz="3000" b="1" i="0" u="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chemeClr val="dk1"/>
              </a:buClr>
              <a:buSzPts val="2400"/>
              <a:buFont typeface="Tahoma"/>
              <a:buNone/>
            </a:pPr>
            <a:r>
              <a:rPr lang="en-US" sz="3000" b="1" i="0" u="none">
                <a:solidFill>
                  <a:schemeClr val="dk1"/>
                </a:solidFill>
                <a:latin typeface="Tahoma"/>
                <a:ea typeface="Tahoma"/>
                <a:cs typeface="Tahoma"/>
                <a:sym typeface="Tahoma"/>
              </a:rPr>
              <a:t>“ What a person expresses comes from the treasure of his heart.” Lk 6:45</a:t>
            </a:r>
            <a:endParaRPr sz="2000"/>
          </a:p>
          <a:p>
            <a:pPr marL="0" marR="0" lvl="0" indent="0" algn="l" rtl="0">
              <a:lnSpc>
                <a:spcPct val="100000"/>
              </a:lnSpc>
              <a:spcBef>
                <a:spcPts val="0"/>
              </a:spcBef>
              <a:spcAft>
                <a:spcPts val="0"/>
              </a:spcAft>
              <a:buClr>
                <a:schemeClr val="dk1"/>
              </a:buClr>
              <a:buSzPts val="2400"/>
              <a:buFont typeface="Arial"/>
              <a:buNone/>
            </a:pPr>
            <a:endParaRPr sz="3000" b="1" i="0" u="none">
              <a:solidFill>
                <a:schemeClr val="dk1"/>
              </a:solidFill>
              <a:latin typeface="Tahoma"/>
              <a:ea typeface="Tahoma"/>
              <a:cs typeface="Tahoma"/>
              <a:sym typeface="Tahoma"/>
            </a:endParaRPr>
          </a:p>
          <a:p>
            <a:pPr marL="0" marR="0" lvl="0" indent="0" algn="l" rtl="0">
              <a:lnSpc>
                <a:spcPct val="100000"/>
              </a:lnSpc>
              <a:spcBef>
                <a:spcPts val="0"/>
              </a:spcBef>
              <a:spcAft>
                <a:spcPts val="0"/>
              </a:spcAft>
              <a:buClr>
                <a:schemeClr val="dk1"/>
              </a:buClr>
              <a:buSzPts val="2400"/>
              <a:buFont typeface="Tahoma"/>
              <a:buNone/>
            </a:pPr>
            <a:r>
              <a:rPr lang="en-US" sz="3000" b="1" i="0" u="none">
                <a:solidFill>
                  <a:schemeClr val="dk1"/>
                </a:solidFill>
                <a:latin typeface="Tahoma"/>
                <a:ea typeface="Tahoma"/>
                <a:cs typeface="Tahoma"/>
                <a:sym typeface="Tahoma"/>
              </a:rPr>
              <a:t>“ Why do you call me ‘Lord, Lord’ and do not do what I say.” Lk 6:46</a:t>
            </a:r>
            <a:endParaRPr sz="2000"/>
          </a:p>
          <a:p>
            <a:pPr marL="0" marR="0" lvl="0" indent="0" algn="l" rtl="0">
              <a:lnSpc>
                <a:spcPct val="100000"/>
              </a:lnSpc>
              <a:spcBef>
                <a:spcPts val="0"/>
              </a:spcBef>
              <a:spcAft>
                <a:spcPts val="0"/>
              </a:spcAft>
              <a:buClr>
                <a:schemeClr val="dk1"/>
              </a:buClr>
              <a:buSzPts val="2400"/>
              <a:buFont typeface="Tahoma"/>
              <a:buNone/>
            </a:pPr>
            <a:endParaRPr sz="20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49"/>
          <p:cNvSpPr txBox="1">
            <a:spLocks noGrp="1"/>
          </p:cNvSpPr>
          <p:nvPr>
            <p:ph type="ctrTitle"/>
          </p:nvPr>
        </p:nvSpPr>
        <p:spPr>
          <a:xfrm>
            <a:off x="381000" y="228600"/>
            <a:ext cx="8305800" cy="9906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000"/>
              <a:buFont typeface="Tahoma"/>
              <a:buNone/>
            </a:pPr>
            <a:r>
              <a:rPr lang="en-US" sz="4000" b="1" i="0" u="none">
                <a:solidFill>
                  <a:schemeClr val="dk2"/>
                </a:solidFill>
                <a:latin typeface="Tahoma"/>
                <a:ea typeface="Tahoma"/>
                <a:cs typeface="Tahoma"/>
                <a:sym typeface="Tahoma"/>
              </a:rPr>
              <a:t>ROLE OF PRAYER COUNSELOR</a:t>
            </a:r>
            <a:endParaRPr/>
          </a:p>
        </p:txBody>
      </p:sp>
      <p:sp>
        <p:nvSpPr>
          <p:cNvPr id="374" name="Google Shape;374;p49"/>
          <p:cNvSpPr txBox="1">
            <a:spLocks noGrp="1"/>
          </p:cNvSpPr>
          <p:nvPr>
            <p:ph type="subTitle" idx="1"/>
          </p:nvPr>
        </p:nvSpPr>
        <p:spPr>
          <a:xfrm>
            <a:off x="609600" y="1447800"/>
            <a:ext cx="8153400" cy="5638800"/>
          </a:xfrm>
          <a:prstGeom prst="rect">
            <a:avLst/>
          </a:prstGeom>
          <a:noFill/>
          <a:ln>
            <a:noFill/>
          </a:ln>
        </p:spPr>
        <p:txBody>
          <a:bodyPr spcFirstLastPara="1" wrap="square" lIns="91425" tIns="45700" rIns="91425" bIns="45700" anchor="t" anchorCtr="0">
            <a:noAutofit/>
          </a:bodyPr>
          <a:lstStyle/>
          <a:p>
            <a:pPr marL="609600" lvl="0" indent="-654050" algn="l" rtl="0">
              <a:lnSpc>
                <a:spcPct val="100000"/>
              </a:lnSpc>
              <a:spcBef>
                <a:spcPts val="0"/>
              </a:spcBef>
              <a:spcAft>
                <a:spcPts val="0"/>
              </a:spcAft>
              <a:buClr>
                <a:schemeClr val="dk1"/>
              </a:buClr>
              <a:buSzPts val="3900"/>
              <a:buFont typeface="Tahoma"/>
              <a:buAutoNum type="arabicPeriod"/>
            </a:pPr>
            <a:r>
              <a:rPr lang="en-US" sz="3900" b="1" i="0" u="none">
                <a:solidFill>
                  <a:schemeClr val="dk1"/>
                </a:solidFill>
                <a:latin typeface="Tahoma"/>
                <a:ea typeface="Tahoma"/>
                <a:cs typeface="Tahoma"/>
                <a:sym typeface="Tahoma"/>
              </a:rPr>
              <a:t>Evangelists to unbelieving areas of a believer’s heart</a:t>
            </a:r>
            <a:endParaRPr sz="3900"/>
          </a:p>
          <a:p>
            <a:pPr marL="609600" lvl="0" indent="-654050" algn="l" rtl="0">
              <a:lnSpc>
                <a:spcPct val="100000"/>
              </a:lnSpc>
              <a:spcBef>
                <a:spcPts val="640"/>
              </a:spcBef>
              <a:spcAft>
                <a:spcPts val="0"/>
              </a:spcAft>
              <a:buClr>
                <a:schemeClr val="dk1"/>
              </a:buClr>
              <a:buSzPts val="3900"/>
              <a:buFont typeface="Tahoma"/>
              <a:buAutoNum type="arabicPeriod"/>
            </a:pPr>
            <a:r>
              <a:rPr lang="en-US" sz="3900" b="1" i="0" u="none">
                <a:solidFill>
                  <a:schemeClr val="dk1"/>
                </a:solidFill>
                <a:latin typeface="Tahoma"/>
                <a:ea typeface="Tahoma"/>
                <a:cs typeface="Tahoma"/>
                <a:sym typeface="Tahoma"/>
              </a:rPr>
              <a:t>Shepherd the soul and exhort to bring the old nature to death</a:t>
            </a:r>
            <a:r>
              <a:rPr lang="en-US" sz="3900" b="0" i="0" u="none">
                <a:solidFill>
                  <a:schemeClr val="dk1"/>
                </a:solidFill>
                <a:latin typeface="Tahoma"/>
                <a:ea typeface="Tahoma"/>
                <a:cs typeface="Tahoma"/>
                <a:sym typeface="Tahoma"/>
              </a:rPr>
              <a:t> </a:t>
            </a:r>
            <a:endParaRPr sz="3900"/>
          </a:p>
          <a:p>
            <a:pPr marL="609600" lvl="0" indent="-654050" algn="l" rtl="0">
              <a:lnSpc>
                <a:spcPct val="100000"/>
              </a:lnSpc>
              <a:spcBef>
                <a:spcPts val="640"/>
              </a:spcBef>
              <a:spcAft>
                <a:spcPts val="0"/>
              </a:spcAft>
              <a:buClr>
                <a:schemeClr val="dk1"/>
              </a:buClr>
              <a:buSzPts val="3900"/>
              <a:buFont typeface="Tahoma"/>
              <a:buAutoNum type="arabicPeriod"/>
            </a:pPr>
            <a:r>
              <a:rPr lang="en-US" sz="3900" b="1" i="0" u="none">
                <a:solidFill>
                  <a:schemeClr val="dk1"/>
                </a:solidFill>
                <a:latin typeface="Tahoma"/>
                <a:ea typeface="Tahoma"/>
                <a:cs typeface="Tahoma"/>
                <a:sym typeface="Tahoma"/>
              </a:rPr>
              <a:t>Encourages Confession of sin</a:t>
            </a:r>
            <a:endParaRPr sz="3900"/>
          </a:p>
          <a:p>
            <a:pPr marL="0" lvl="0" indent="0" algn="ctr" rtl="0">
              <a:spcBef>
                <a:spcPts val="640"/>
              </a:spcBef>
              <a:spcAft>
                <a:spcPts val="0"/>
              </a:spcAft>
              <a:buClr>
                <a:schemeClr val="dk1"/>
              </a:buClr>
              <a:buSzPts val="3200"/>
              <a:buFont typeface="Tahoma"/>
              <a:buNone/>
            </a:pPr>
            <a:endParaRPr sz="3200" b="1" i="0" u="none">
              <a:solidFill>
                <a:schemeClr val="dk1"/>
              </a:solidFill>
              <a:latin typeface="Tahoma"/>
              <a:ea typeface="Tahoma"/>
              <a:cs typeface="Tahoma"/>
              <a:sym typeface="Tahoma"/>
            </a:endParaRPr>
          </a:p>
        </p:txBody>
      </p:sp>
      <p:cxnSp>
        <p:nvCxnSpPr>
          <p:cNvPr id="375" name="Google Shape;375;p49"/>
          <p:cNvCxnSpPr/>
          <p:nvPr/>
        </p:nvCxnSpPr>
        <p:spPr>
          <a:xfrm>
            <a:off x="457200" y="1524000"/>
            <a:ext cx="8153400" cy="0"/>
          </a:xfrm>
          <a:prstGeom prst="straightConnector1">
            <a:avLst/>
          </a:prstGeom>
          <a:noFill/>
          <a:ln w="76200" cap="flat" cmpd="sng">
            <a:solidFill>
              <a:srgbClr val="FF0000"/>
            </a:solidFill>
            <a:prstDash val="solid"/>
            <a:miter lim="800000"/>
            <a:headEnd type="none" w="med" len="med"/>
            <a:tailEnd type="none" w="med" len="med"/>
          </a:ln>
        </p:spPr>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50"/>
          <p:cNvSpPr txBox="1">
            <a:spLocks noGrp="1"/>
          </p:cNvSpPr>
          <p:nvPr>
            <p:ph type="ctrTitle"/>
          </p:nvPr>
        </p:nvSpPr>
        <p:spPr>
          <a:xfrm>
            <a:off x="609600" y="228600"/>
            <a:ext cx="77724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000"/>
              <a:buFont typeface="Tahoma"/>
              <a:buNone/>
            </a:pPr>
            <a:r>
              <a:rPr lang="en-US" sz="4000" b="1" i="0" u="none">
                <a:solidFill>
                  <a:schemeClr val="dk2"/>
                </a:solidFill>
                <a:latin typeface="Tahoma"/>
                <a:ea typeface="Tahoma"/>
                <a:cs typeface="Tahoma"/>
                <a:sym typeface="Tahoma"/>
              </a:rPr>
              <a:t>ROLE OF PRAYER COUNSELOR . . .</a:t>
            </a:r>
            <a:endParaRPr/>
          </a:p>
        </p:txBody>
      </p:sp>
      <p:sp>
        <p:nvSpPr>
          <p:cNvPr id="382" name="Google Shape;382;p50"/>
          <p:cNvSpPr txBox="1">
            <a:spLocks noGrp="1"/>
          </p:cNvSpPr>
          <p:nvPr>
            <p:ph type="subTitle" idx="1"/>
          </p:nvPr>
        </p:nvSpPr>
        <p:spPr>
          <a:xfrm>
            <a:off x="609600" y="1752600"/>
            <a:ext cx="8153400" cy="5410200"/>
          </a:xfrm>
          <a:prstGeom prst="rect">
            <a:avLst/>
          </a:prstGeom>
          <a:noFill/>
          <a:ln>
            <a:noFill/>
          </a:ln>
        </p:spPr>
        <p:txBody>
          <a:bodyPr spcFirstLastPara="1" wrap="square" lIns="91425" tIns="45700" rIns="91425" bIns="45700" anchor="t" anchorCtr="0">
            <a:noAutofit/>
          </a:bodyPr>
          <a:lstStyle/>
          <a:p>
            <a:pPr marL="514350" lvl="0" indent="-584200" algn="l" rtl="0">
              <a:lnSpc>
                <a:spcPct val="100000"/>
              </a:lnSpc>
              <a:spcBef>
                <a:spcPts val="0"/>
              </a:spcBef>
              <a:spcAft>
                <a:spcPts val="0"/>
              </a:spcAft>
              <a:buClr>
                <a:schemeClr val="dk1"/>
              </a:buClr>
              <a:buSzPts val="3900"/>
              <a:buFont typeface="Tahoma"/>
              <a:buAutoNum type="arabicPeriod" startAt="5"/>
            </a:pPr>
            <a:r>
              <a:rPr lang="en-US" sz="3900" b="1" i="0" u="none">
                <a:solidFill>
                  <a:schemeClr val="dk1"/>
                </a:solidFill>
                <a:latin typeface="Tahoma"/>
                <a:ea typeface="Tahoma"/>
                <a:cs typeface="Tahoma"/>
                <a:sym typeface="Tahoma"/>
              </a:rPr>
              <a:t>Help effect in the process of sanctification and transformation.</a:t>
            </a:r>
            <a:endParaRPr sz="3900"/>
          </a:p>
          <a:p>
            <a:pPr marL="514350" lvl="0" indent="-584200" algn="l" rtl="0">
              <a:lnSpc>
                <a:spcPct val="100000"/>
              </a:lnSpc>
              <a:spcBef>
                <a:spcPts val="560"/>
              </a:spcBef>
              <a:spcAft>
                <a:spcPts val="0"/>
              </a:spcAft>
              <a:buClr>
                <a:schemeClr val="dk1"/>
              </a:buClr>
              <a:buSzPts val="3900"/>
              <a:buFont typeface="Tahoma"/>
              <a:buAutoNum type="arabicPeriod" startAt="5"/>
            </a:pPr>
            <a:r>
              <a:rPr lang="en-US" sz="3900" b="1" i="0" u="none">
                <a:solidFill>
                  <a:schemeClr val="dk1"/>
                </a:solidFill>
                <a:latin typeface="Tahoma"/>
                <a:ea typeface="Tahoma"/>
                <a:cs typeface="Tahoma"/>
                <a:sym typeface="Tahoma"/>
              </a:rPr>
              <a:t>Help overcome structures (practiced habits).</a:t>
            </a:r>
            <a:endParaRPr sz="3900"/>
          </a:p>
          <a:p>
            <a:pPr marL="514350" lvl="0" indent="-584200" algn="l" rtl="0">
              <a:lnSpc>
                <a:spcPct val="100000"/>
              </a:lnSpc>
              <a:spcBef>
                <a:spcPts val="560"/>
              </a:spcBef>
              <a:spcAft>
                <a:spcPts val="0"/>
              </a:spcAft>
              <a:buClr>
                <a:schemeClr val="dk1"/>
              </a:buClr>
              <a:buSzPts val="3900"/>
              <a:buFont typeface="Tahoma"/>
              <a:buAutoNum type="arabicPeriod" startAt="5"/>
            </a:pPr>
            <a:r>
              <a:rPr lang="en-US" sz="3900" b="1" i="0" u="none">
                <a:solidFill>
                  <a:schemeClr val="dk1"/>
                </a:solidFill>
                <a:latin typeface="Tahoma"/>
                <a:ea typeface="Tahoma"/>
                <a:cs typeface="Tahoma"/>
                <a:sym typeface="Tahoma"/>
              </a:rPr>
              <a:t>Help establish and restore true identity in Christ rather than strong self image</a:t>
            </a:r>
            <a:r>
              <a:rPr lang="en-US" sz="3900" b="0" i="0" u="none">
                <a:solidFill>
                  <a:schemeClr val="dk1"/>
                </a:solidFill>
                <a:latin typeface="Tahoma"/>
                <a:ea typeface="Tahoma"/>
                <a:cs typeface="Tahoma"/>
                <a:sym typeface="Tahoma"/>
              </a:rPr>
              <a:t> </a:t>
            </a:r>
            <a:endParaRPr sz="3900"/>
          </a:p>
        </p:txBody>
      </p:sp>
      <p:cxnSp>
        <p:nvCxnSpPr>
          <p:cNvPr id="383" name="Google Shape;383;p50"/>
          <p:cNvCxnSpPr/>
          <p:nvPr/>
        </p:nvCxnSpPr>
        <p:spPr>
          <a:xfrm>
            <a:off x="457200" y="1524000"/>
            <a:ext cx="8153400" cy="0"/>
          </a:xfrm>
          <a:prstGeom prst="straightConnector1">
            <a:avLst/>
          </a:prstGeom>
          <a:noFill/>
          <a:ln w="76200" cap="flat" cmpd="sng">
            <a:solidFill>
              <a:srgbClr val="FF0000"/>
            </a:solidFill>
            <a:prstDash val="solid"/>
            <a:miter lim="800000"/>
            <a:headEnd type="none" w="med" len="med"/>
            <a:tailEnd type="none" w="med" len="med"/>
          </a:ln>
        </p:spPr>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51"/>
          <p:cNvSpPr txBox="1">
            <a:spLocks noGrp="1"/>
          </p:cNvSpPr>
          <p:nvPr>
            <p:ph type="ctrTitle"/>
          </p:nvPr>
        </p:nvSpPr>
        <p:spPr>
          <a:xfrm>
            <a:off x="609600" y="228600"/>
            <a:ext cx="77724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000"/>
              <a:buFont typeface="Tahoma"/>
              <a:buNone/>
            </a:pPr>
            <a:r>
              <a:rPr lang="en-US" sz="4000" b="1" i="0" u="none">
                <a:solidFill>
                  <a:schemeClr val="dk2"/>
                </a:solidFill>
                <a:latin typeface="Tahoma"/>
                <a:ea typeface="Tahoma"/>
                <a:cs typeface="Tahoma"/>
                <a:sym typeface="Tahoma"/>
              </a:rPr>
              <a:t>SOME ERRORS IN THE MINISTRY</a:t>
            </a:r>
            <a:endParaRPr/>
          </a:p>
        </p:txBody>
      </p:sp>
      <p:sp>
        <p:nvSpPr>
          <p:cNvPr id="390" name="Google Shape;390;p51"/>
          <p:cNvSpPr txBox="1">
            <a:spLocks noGrp="1"/>
          </p:cNvSpPr>
          <p:nvPr>
            <p:ph type="subTitle" idx="1"/>
          </p:nvPr>
        </p:nvSpPr>
        <p:spPr>
          <a:xfrm>
            <a:off x="609600" y="1524000"/>
            <a:ext cx="8153400" cy="5638800"/>
          </a:xfrm>
          <a:prstGeom prst="rect">
            <a:avLst/>
          </a:prstGeom>
          <a:noFill/>
          <a:ln>
            <a:noFill/>
          </a:ln>
        </p:spPr>
        <p:txBody>
          <a:bodyPr spcFirstLastPara="1" wrap="square" lIns="91425" tIns="45700" rIns="91425" bIns="45700" anchor="t" anchorCtr="0">
            <a:noAutofit/>
          </a:bodyPr>
          <a:lstStyle/>
          <a:p>
            <a:pPr marL="609600" lvl="0" indent="-679450" algn="l" rtl="0">
              <a:lnSpc>
                <a:spcPct val="100000"/>
              </a:lnSpc>
              <a:spcBef>
                <a:spcPts val="0"/>
              </a:spcBef>
              <a:spcAft>
                <a:spcPts val="0"/>
              </a:spcAft>
              <a:buClr>
                <a:schemeClr val="dk1"/>
              </a:buClr>
              <a:buSzPts val="3900"/>
              <a:buFont typeface="Tahoma"/>
              <a:buAutoNum type="arabicPeriod"/>
            </a:pPr>
            <a:r>
              <a:rPr lang="en-US" sz="3900" b="1" i="0" u="none">
                <a:solidFill>
                  <a:schemeClr val="dk1"/>
                </a:solidFill>
                <a:latin typeface="Tahoma"/>
                <a:ea typeface="Tahoma"/>
                <a:cs typeface="Tahoma"/>
                <a:sym typeface="Tahoma"/>
              </a:rPr>
              <a:t>That’s in the past.  Forget it.</a:t>
            </a:r>
            <a:endParaRPr sz="3900"/>
          </a:p>
          <a:p>
            <a:pPr marL="609600" lvl="0" indent="-679450" algn="l" rtl="0">
              <a:lnSpc>
                <a:spcPct val="100000"/>
              </a:lnSpc>
              <a:spcBef>
                <a:spcPts val="560"/>
              </a:spcBef>
              <a:spcAft>
                <a:spcPts val="0"/>
              </a:spcAft>
              <a:buClr>
                <a:schemeClr val="dk1"/>
              </a:buClr>
              <a:buSzPts val="3900"/>
              <a:buFont typeface="Tahoma"/>
              <a:buAutoNum type="arabicPeriod"/>
            </a:pPr>
            <a:r>
              <a:rPr lang="en-US" sz="3900" b="1" i="0" u="none">
                <a:solidFill>
                  <a:schemeClr val="dk1"/>
                </a:solidFill>
                <a:latin typeface="Tahoma"/>
                <a:ea typeface="Tahoma"/>
                <a:cs typeface="Tahoma"/>
                <a:sym typeface="Tahoma"/>
              </a:rPr>
              <a:t>Reading scriptures, preaching and assuming person will alter behavior</a:t>
            </a:r>
            <a:endParaRPr sz="3900"/>
          </a:p>
          <a:p>
            <a:pPr marL="609600" lvl="0" indent="-679450" algn="l" rtl="0">
              <a:lnSpc>
                <a:spcPct val="100000"/>
              </a:lnSpc>
              <a:spcBef>
                <a:spcPts val="560"/>
              </a:spcBef>
              <a:spcAft>
                <a:spcPts val="0"/>
              </a:spcAft>
              <a:buClr>
                <a:schemeClr val="dk1"/>
              </a:buClr>
              <a:buSzPts val="3900"/>
              <a:buFont typeface="Tahoma"/>
              <a:buAutoNum type="arabicPeriod"/>
            </a:pPr>
            <a:r>
              <a:rPr lang="en-US" sz="3900" b="1" i="0" u="none">
                <a:solidFill>
                  <a:schemeClr val="dk1"/>
                </a:solidFill>
                <a:latin typeface="Tahoma"/>
                <a:ea typeface="Tahoma"/>
                <a:cs typeface="Tahoma"/>
                <a:sym typeface="Tahoma"/>
              </a:rPr>
              <a:t>Comforting only, without the efficacy of forgiveness</a:t>
            </a:r>
            <a:endParaRPr sz="3900"/>
          </a:p>
          <a:p>
            <a:pPr marL="609600" lvl="0" indent="-679450" algn="l" rtl="0">
              <a:lnSpc>
                <a:spcPct val="100000"/>
              </a:lnSpc>
              <a:spcBef>
                <a:spcPts val="560"/>
              </a:spcBef>
              <a:spcAft>
                <a:spcPts val="0"/>
              </a:spcAft>
              <a:buClr>
                <a:schemeClr val="dk1"/>
              </a:buClr>
              <a:buSzPts val="3900"/>
              <a:buFont typeface="Tahoma"/>
              <a:buAutoNum type="arabicPeriod"/>
            </a:pPr>
            <a:r>
              <a:rPr lang="en-US" sz="3900" b="1" i="0" u="none">
                <a:solidFill>
                  <a:schemeClr val="dk1"/>
                </a:solidFill>
                <a:latin typeface="Tahoma"/>
                <a:ea typeface="Tahoma"/>
                <a:cs typeface="Tahoma"/>
                <a:sym typeface="Tahoma"/>
              </a:rPr>
              <a:t>Healing the wounds without first exploring the nature of woundedness.</a:t>
            </a:r>
            <a:endParaRPr sz="3900"/>
          </a:p>
        </p:txBody>
      </p:sp>
      <p:cxnSp>
        <p:nvCxnSpPr>
          <p:cNvPr id="391" name="Google Shape;391;p51"/>
          <p:cNvCxnSpPr/>
          <p:nvPr/>
        </p:nvCxnSpPr>
        <p:spPr>
          <a:xfrm>
            <a:off x="457200" y="1524000"/>
            <a:ext cx="8153400" cy="0"/>
          </a:xfrm>
          <a:prstGeom prst="straightConnector1">
            <a:avLst/>
          </a:prstGeom>
          <a:noFill/>
          <a:ln w="76200" cap="flat" cmpd="sng">
            <a:solidFill>
              <a:srgbClr val="FF0000"/>
            </a:solidFill>
            <a:prstDash val="solid"/>
            <a:miter lim="800000"/>
            <a:headEnd type="none" w="med" len="med"/>
            <a:tailEnd type="none" w="med" len="med"/>
          </a:ln>
        </p:spPr>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52"/>
          <p:cNvSpPr txBox="1">
            <a:spLocks noGrp="1"/>
          </p:cNvSpPr>
          <p:nvPr>
            <p:ph type="ctrTitle"/>
          </p:nvPr>
        </p:nvSpPr>
        <p:spPr>
          <a:xfrm>
            <a:off x="609600" y="228600"/>
            <a:ext cx="77724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000"/>
              <a:buFont typeface="Tahoma"/>
              <a:buNone/>
            </a:pPr>
            <a:r>
              <a:rPr lang="en-US" sz="4000" b="1" i="0" u="none">
                <a:solidFill>
                  <a:schemeClr val="dk2"/>
                </a:solidFill>
                <a:latin typeface="Tahoma"/>
                <a:ea typeface="Tahoma"/>
                <a:cs typeface="Tahoma"/>
                <a:sym typeface="Tahoma"/>
              </a:rPr>
              <a:t>SOME ERRORS IN THE MINISTRY</a:t>
            </a:r>
            <a:endParaRPr/>
          </a:p>
        </p:txBody>
      </p:sp>
      <p:sp>
        <p:nvSpPr>
          <p:cNvPr id="398" name="Google Shape;398;p52"/>
          <p:cNvSpPr txBox="1">
            <a:spLocks noGrp="1"/>
          </p:cNvSpPr>
          <p:nvPr>
            <p:ph type="subTitle" idx="1"/>
          </p:nvPr>
        </p:nvSpPr>
        <p:spPr>
          <a:xfrm>
            <a:off x="609600" y="990600"/>
            <a:ext cx="8153400" cy="6172200"/>
          </a:xfrm>
          <a:prstGeom prst="rect">
            <a:avLst/>
          </a:prstGeom>
          <a:noFill/>
          <a:ln>
            <a:noFill/>
          </a:ln>
        </p:spPr>
        <p:txBody>
          <a:bodyPr spcFirstLastPara="1" wrap="square" lIns="91425" tIns="45700" rIns="91425" bIns="45700" anchor="t" anchorCtr="0">
            <a:noAutofit/>
          </a:bodyPr>
          <a:lstStyle/>
          <a:p>
            <a:pPr marL="609600" lvl="0" indent="-609600" algn="ctr" rtl="0">
              <a:lnSpc>
                <a:spcPct val="100000"/>
              </a:lnSpc>
              <a:spcBef>
                <a:spcPts val="0"/>
              </a:spcBef>
              <a:spcAft>
                <a:spcPts val="0"/>
              </a:spcAft>
              <a:buClr>
                <a:schemeClr val="dk1"/>
              </a:buClr>
              <a:buSzPts val="2800"/>
              <a:buFont typeface="Tahoma"/>
              <a:buNone/>
            </a:pPr>
            <a:endParaRPr sz="3900" b="1" i="1" u="none">
              <a:solidFill>
                <a:schemeClr val="dk1"/>
              </a:solidFill>
              <a:latin typeface="Tahoma"/>
              <a:ea typeface="Tahoma"/>
              <a:cs typeface="Tahoma"/>
              <a:sym typeface="Tahoma"/>
            </a:endParaRPr>
          </a:p>
          <a:p>
            <a:pPr marL="609600" lvl="0" indent="-679450" algn="l" rtl="0">
              <a:lnSpc>
                <a:spcPct val="100000"/>
              </a:lnSpc>
              <a:spcBef>
                <a:spcPts val="560"/>
              </a:spcBef>
              <a:spcAft>
                <a:spcPts val="0"/>
              </a:spcAft>
              <a:buClr>
                <a:schemeClr val="dk1"/>
              </a:buClr>
              <a:buSzPts val="3900"/>
              <a:buFont typeface="Tahoma"/>
              <a:buAutoNum type="arabicPeriod" startAt="6"/>
            </a:pPr>
            <a:r>
              <a:rPr lang="en-US" sz="3900" b="1" i="0" u="none">
                <a:solidFill>
                  <a:schemeClr val="dk1"/>
                </a:solidFill>
                <a:latin typeface="Tahoma"/>
                <a:ea typeface="Tahoma"/>
                <a:cs typeface="Tahoma"/>
                <a:sym typeface="Tahoma"/>
              </a:rPr>
              <a:t>Demanding repentance or forgiveness before the person is ready.</a:t>
            </a:r>
            <a:endParaRPr sz="3900"/>
          </a:p>
          <a:p>
            <a:pPr marL="609600" lvl="0" indent="-679450" algn="l" rtl="0">
              <a:lnSpc>
                <a:spcPct val="100000"/>
              </a:lnSpc>
              <a:spcBef>
                <a:spcPts val="560"/>
              </a:spcBef>
              <a:spcAft>
                <a:spcPts val="0"/>
              </a:spcAft>
              <a:buClr>
                <a:schemeClr val="dk1"/>
              </a:buClr>
              <a:buSzPts val="3900"/>
              <a:buFont typeface="Tahoma"/>
              <a:buAutoNum type="arabicPeriod" startAt="6"/>
            </a:pPr>
            <a:r>
              <a:rPr lang="en-US" sz="3900" b="1"/>
              <a:t>H</a:t>
            </a:r>
            <a:r>
              <a:rPr lang="en-US" sz="3900" b="1" i="0" u="none">
                <a:solidFill>
                  <a:schemeClr val="dk1"/>
                </a:solidFill>
                <a:latin typeface="Tahoma"/>
                <a:ea typeface="Tahoma"/>
                <a:cs typeface="Tahoma"/>
                <a:sym typeface="Tahoma"/>
              </a:rPr>
              <a:t>eal the root without understanding fully the fruit</a:t>
            </a:r>
            <a:endParaRPr sz="3900"/>
          </a:p>
          <a:p>
            <a:pPr marL="609600" lvl="0" indent="-679450" algn="l" rtl="0">
              <a:lnSpc>
                <a:spcPct val="100000"/>
              </a:lnSpc>
              <a:spcBef>
                <a:spcPts val="560"/>
              </a:spcBef>
              <a:spcAft>
                <a:spcPts val="0"/>
              </a:spcAft>
              <a:buClr>
                <a:schemeClr val="dk1"/>
              </a:buClr>
              <a:buSzPts val="3900"/>
              <a:buFont typeface="Tahoma"/>
              <a:buAutoNum type="arabicPeriod" startAt="6"/>
            </a:pPr>
            <a:r>
              <a:rPr lang="en-US" sz="3900" b="1" i="0" u="none">
                <a:solidFill>
                  <a:schemeClr val="dk1"/>
                </a:solidFill>
                <a:latin typeface="Tahoma"/>
                <a:ea typeface="Tahoma"/>
                <a:cs typeface="Tahoma"/>
                <a:sym typeface="Tahoma"/>
              </a:rPr>
              <a:t>Assuming problems originate with demons or ‘spirits’ rather than from sin</a:t>
            </a:r>
            <a:endParaRPr sz="3900"/>
          </a:p>
          <a:p>
            <a:pPr marL="609600" lvl="0" indent="-679450" algn="l" rtl="0">
              <a:lnSpc>
                <a:spcPct val="100000"/>
              </a:lnSpc>
              <a:spcBef>
                <a:spcPts val="560"/>
              </a:spcBef>
              <a:spcAft>
                <a:spcPts val="0"/>
              </a:spcAft>
              <a:buClr>
                <a:schemeClr val="dk1"/>
              </a:buClr>
              <a:buSzPts val="3900"/>
              <a:buFont typeface="Tahoma"/>
              <a:buAutoNum type="arabicPeriod" startAt="6"/>
            </a:pPr>
            <a:r>
              <a:rPr lang="en-US" sz="3900" b="1" i="0" u="none">
                <a:solidFill>
                  <a:schemeClr val="dk1"/>
                </a:solidFill>
                <a:latin typeface="Tahoma"/>
                <a:ea typeface="Tahoma"/>
                <a:cs typeface="Tahoma"/>
                <a:sym typeface="Tahoma"/>
              </a:rPr>
              <a:t>Becoming emotionally involved with, failing to discern transference</a:t>
            </a:r>
            <a:r>
              <a:rPr lang="en-US" sz="3900" b="0" i="0" u="none">
                <a:solidFill>
                  <a:schemeClr val="dk1"/>
                </a:solidFill>
                <a:latin typeface="Tahoma"/>
                <a:ea typeface="Tahoma"/>
                <a:cs typeface="Tahoma"/>
                <a:sym typeface="Tahoma"/>
              </a:rPr>
              <a:t> </a:t>
            </a:r>
            <a:endParaRPr sz="3900"/>
          </a:p>
        </p:txBody>
      </p:sp>
      <p:cxnSp>
        <p:nvCxnSpPr>
          <p:cNvPr id="399" name="Google Shape;399;p52"/>
          <p:cNvCxnSpPr/>
          <p:nvPr/>
        </p:nvCxnSpPr>
        <p:spPr>
          <a:xfrm>
            <a:off x="457200" y="1524000"/>
            <a:ext cx="8153400" cy="0"/>
          </a:xfrm>
          <a:prstGeom prst="straightConnector1">
            <a:avLst/>
          </a:prstGeom>
          <a:noFill/>
          <a:ln w="76200" cap="flat" cmpd="sng">
            <a:solidFill>
              <a:srgbClr val="FF0000"/>
            </a:solidFill>
            <a:prstDash val="solid"/>
            <a:miter lim="800000"/>
            <a:headEnd type="none" w="med" len="med"/>
            <a:tailEnd type="none" w="med" len="med"/>
          </a:ln>
        </p:spPr>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53"/>
          <p:cNvSpPr txBox="1">
            <a:spLocks noGrp="1"/>
          </p:cNvSpPr>
          <p:nvPr>
            <p:ph type="ctrTitle"/>
          </p:nvPr>
        </p:nvSpPr>
        <p:spPr>
          <a:xfrm>
            <a:off x="609600" y="228600"/>
            <a:ext cx="7696200" cy="685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000"/>
              <a:buFont typeface="Tahoma"/>
              <a:buNone/>
            </a:pPr>
            <a:r>
              <a:rPr lang="en-US" sz="4000" b="1" i="0" u="none">
                <a:solidFill>
                  <a:schemeClr val="dk2"/>
                </a:solidFill>
                <a:latin typeface="Tahoma"/>
                <a:ea typeface="Tahoma"/>
                <a:cs typeface="Tahoma"/>
                <a:sym typeface="Tahoma"/>
              </a:rPr>
              <a:t>A PRAYER OF THANKS</a:t>
            </a:r>
            <a:endParaRPr/>
          </a:p>
        </p:txBody>
      </p:sp>
      <p:sp>
        <p:nvSpPr>
          <p:cNvPr id="406" name="Google Shape;406;p53"/>
          <p:cNvSpPr txBox="1">
            <a:spLocks noGrp="1"/>
          </p:cNvSpPr>
          <p:nvPr>
            <p:ph type="subTitle" idx="1"/>
          </p:nvPr>
        </p:nvSpPr>
        <p:spPr>
          <a:xfrm>
            <a:off x="533400" y="457200"/>
            <a:ext cx="8153400" cy="6172200"/>
          </a:xfrm>
          <a:prstGeom prst="rect">
            <a:avLst/>
          </a:prstGeom>
          <a:noFill/>
          <a:ln>
            <a:noFill/>
          </a:ln>
        </p:spPr>
        <p:txBody>
          <a:bodyPr spcFirstLastPara="1" wrap="square" lIns="91425" tIns="45700" rIns="91425" bIns="45700" anchor="t" anchorCtr="0">
            <a:noAutofit/>
          </a:bodyPr>
          <a:lstStyle/>
          <a:p>
            <a:pPr marL="609600" lvl="0" indent="-609600" algn="ctr" rtl="0">
              <a:lnSpc>
                <a:spcPct val="80000"/>
              </a:lnSpc>
              <a:spcBef>
                <a:spcPts val="0"/>
              </a:spcBef>
              <a:spcAft>
                <a:spcPts val="0"/>
              </a:spcAft>
              <a:buClr>
                <a:schemeClr val="dk1"/>
              </a:buClr>
              <a:buSzPts val="2800"/>
              <a:buFont typeface="Tahoma"/>
              <a:buNone/>
            </a:pPr>
            <a:endParaRPr sz="2800" b="1" i="1" u="none">
              <a:solidFill>
                <a:schemeClr val="dk1"/>
              </a:solidFill>
              <a:latin typeface="Tahoma"/>
              <a:ea typeface="Tahoma"/>
              <a:cs typeface="Tahoma"/>
              <a:sym typeface="Tahoma"/>
            </a:endParaRPr>
          </a:p>
          <a:p>
            <a:pPr marL="609600" lvl="0" indent="-609600" algn="l" rtl="0">
              <a:lnSpc>
                <a:spcPct val="80000"/>
              </a:lnSpc>
              <a:spcBef>
                <a:spcPts val="560"/>
              </a:spcBef>
              <a:spcAft>
                <a:spcPts val="0"/>
              </a:spcAft>
              <a:buClr>
                <a:schemeClr val="dk1"/>
              </a:buClr>
              <a:buSzPts val="2800"/>
              <a:buFont typeface="Tahoma"/>
              <a:buNone/>
            </a:pPr>
            <a:r>
              <a:rPr lang="en-US" sz="2800" b="0" i="0" u="none">
                <a:solidFill>
                  <a:schemeClr val="dk1"/>
                </a:solidFill>
                <a:latin typeface="Tahoma"/>
                <a:ea typeface="Tahoma"/>
                <a:cs typeface="Tahoma"/>
                <a:sym typeface="Tahoma"/>
              </a:rPr>
              <a:t>	</a:t>
            </a:r>
            <a:r>
              <a:rPr lang="en-US" sz="2800" b="1" i="0" u="none">
                <a:solidFill>
                  <a:schemeClr val="dk1"/>
                </a:solidFill>
                <a:latin typeface="Tahoma"/>
                <a:ea typeface="Tahoma"/>
                <a:cs typeface="Tahoma"/>
                <a:sym typeface="Tahoma"/>
              </a:rPr>
              <a:t>Clearly, Lord, even clarification through the law didn’t keep me from sin.  Please forgive me.  Help me get to your cross so that my sinful nature can die, that I might be resurrected in You, with Your life and nature.  Forgive me for casting You in the role of a harsh taskmaster.  Touch my eyes that I may see You s You are, my loving, heavenly Father.  Show me those judgments I've made when I was hurt, angry, and bitter ----and apply Your healing touch to them.</a:t>
            </a:r>
            <a:endParaRPr/>
          </a:p>
          <a:p>
            <a:pPr marL="609600" lvl="0" indent="-609600" algn="l" rtl="0">
              <a:lnSpc>
                <a:spcPct val="80000"/>
              </a:lnSpc>
              <a:spcBef>
                <a:spcPts val="560"/>
              </a:spcBef>
              <a:spcAft>
                <a:spcPts val="0"/>
              </a:spcAft>
              <a:buClr>
                <a:schemeClr val="dk1"/>
              </a:buClr>
              <a:buSzPts val="2800"/>
              <a:buFont typeface="Tahoma"/>
              <a:buNone/>
            </a:pPr>
            <a:r>
              <a:rPr lang="en-US" sz="2800" b="1" i="0" u="none">
                <a:solidFill>
                  <a:schemeClr val="dk1"/>
                </a:solidFill>
                <a:latin typeface="Tahoma"/>
                <a:ea typeface="Tahoma"/>
                <a:cs typeface="Tahoma"/>
                <a:sym typeface="Tahoma"/>
              </a:rPr>
              <a:t>	I thank you Lord o the truth of Your laws, and the security and safety they give me.  Help me to treasure each one in my heart as gifts from You, our Father in heaven.  In Jesus’ name, Amen</a:t>
            </a:r>
            <a:endParaRPr/>
          </a:p>
        </p:txBody>
      </p:sp>
      <p:cxnSp>
        <p:nvCxnSpPr>
          <p:cNvPr id="407" name="Google Shape;407;p53"/>
          <p:cNvCxnSpPr/>
          <p:nvPr/>
        </p:nvCxnSpPr>
        <p:spPr>
          <a:xfrm>
            <a:off x="457200" y="914400"/>
            <a:ext cx="8153400" cy="0"/>
          </a:xfrm>
          <a:prstGeom prst="straightConnector1">
            <a:avLst/>
          </a:prstGeom>
          <a:noFill/>
          <a:ln w="76200" cap="flat" cmpd="sng">
            <a:solidFill>
              <a:srgbClr val="FF0000"/>
            </a:solidFill>
            <a:prstDash val="solid"/>
            <a:miter lim="800000"/>
            <a:headEnd type="none" w="med" len="med"/>
            <a:tailEnd type="none" w="med" len="med"/>
          </a:ln>
        </p:spPr>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54"/>
          <p:cNvSpPr txBox="1">
            <a:spLocks noGrp="1"/>
          </p:cNvSpPr>
          <p:nvPr>
            <p:ph type="ctrTitle"/>
          </p:nvPr>
        </p:nvSpPr>
        <p:spPr>
          <a:xfrm>
            <a:off x="609600" y="228600"/>
            <a:ext cx="7543800" cy="685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600"/>
              <a:buFont typeface="Tahoma"/>
              <a:buNone/>
            </a:pPr>
            <a:r>
              <a:rPr lang="en-US" sz="3600" b="1" i="0" u="none">
                <a:solidFill>
                  <a:schemeClr val="dk2"/>
                </a:solidFill>
                <a:latin typeface="Tahoma"/>
                <a:ea typeface="Tahoma"/>
                <a:cs typeface="Tahoma"/>
                <a:sym typeface="Tahoma"/>
              </a:rPr>
              <a:t>A PRAYER OF THANKS</a:t>
            </a:r>
            <a:endParaRPr/>
          </a:p>
        </p:txBody>
      </p:sp>
      <p:sp>
        <p:nvSpPr>
          <p:cNvPr id="414" name="Google Shape;414;p54"/>
          <p:cNvSpPr txBox="1">
            <a:spLocks noGrp="1"/>
          </p:cNvSpPr>
          <p:nvPr>
            <p:ph type="subTitle" idx="1"/>
          </p:nvPr>
        </p:nvSpPr>
        <p:spPr>
          <a:xfrm>
            <a:off x="304800" y="1050225"/>
            <a:ext cx="8382000" cy="5807700"/>
          </a:xfrm>
          <a:prstGeom prst="rect">
            <a:avLst/>
          </a:prstGeom>
          <a:noFill/>
          <a:ln>
            <a:noFill/>
          </a:ln>
        </p:spPr>
        <p:txBody>
          <a:bodyPr spcFirstLastPara="1" wrap="square" lIns="91425" tIns="45700" rIns="91425" bIns="45700" anchor="t" anchorCtr="0">
            <a:noAutofit/>
          </a:bodyPr>
          <a:lstStyle/>
          <a:p>
            <a:pPr marL="609600" lvl="0" indent="-609600" algn="l" rtl="0">
              <a:lnSpc>
                <a:spcPct val="80000"/>
              </a:lnSpc>
              <a:spcBef>
                <a:spcPts val="0"/>
              </a:spcBef>
              <a:spcAft>
                <a:spcPts val="0"/>
              </a:spcAft>
              <a:buClr>
                <a:schemeClr val="dk1"/>
              </a:buClr>
              <a:buSzPts val="2800"/>
              <a:buFont typeface="Tahoma"/>
              <a:buNone/>
            </a:pPr>
            <a:r>
              <a:rPr lang="en-US" sz="2900" b="1" i="0" u="none">
                <a:solidFill>
                  <a:schemeClr val="dk1"/>
                </a:solidFill>
                <a:latin typeface="Tahoma"/>
                <a:ea typeface="Tahoma"/>
                <a:cs typeface="Tahoma"/>
                <a:sym typeface="Tahoma"/>
              </a:rPr>
              <a:t>	Lord, I thought I knew You and understood Your Law.  Now I see that I was wrong.  I missed the goodness and blessing built into Your law, seeing it only as do’s and don’ts.  I didn’t see your discipline as coming from a loving Father, designed to clarify what I misunderstood.</a:t>
            </a:r>
            <a:endParaRPr sz="3300"/>
          </a:p>
          <a:p>
            <a:pPr marL="609600" lvl="0" indent="-609600" algn="l" rtl="0">
              <a:lnSpc>
                <a:spcPct val="80000"/>
              </a:lnSpc>
              <a:spcBef>
                <a:spcPts val="560"/>
              </a:spcBef>
              <a:spcAft>
                <a:spcPts val="0"/>
              </a:spcAft>
              <a:buClr>
                <a:schemeClr val="dk1"/>
              </a:buClr>
              <a:buSzPts val="2800"/>
              <a:buFont typeface="Tahoma"/>
              <a:buNone/>
            </a:pPr>
            <a:r>
              <a:rPr lang="en-US" sz="2900" b="1" i="0" u="none">
                <a:solidFill>
                  <a:schemeClr val="dk1"/>
                </a:solidFill>
                <a:latin typeface="Tahoma"/>
                <a:ea typeface="Tahoma"/>
                <a:cs typeface="Tahoma"/>
                <a:sym typeface="Tahoma"/>
              </a:rPr>
              <a:t>	If I understood how sowing and reaping affects my life, how judgment lock me into the very behaviors and attitudes condemn, if I had understood how to respond in love, generosity of heart and forgiveness,  I would have long ago brought the old to death and arisen the new.</a:t>
            </a:r>
            <a:endParaRPr sz="3300"/>
          </a:p>
        </p:txBody>
      </p:sp>
      <p:cxnSp>
        <p:nvCxnSpPr>
          <p:cNvPr id="415" name="Google Shape;415;p54"/>
          <p:cNvCxnSpPr/>
          <p:nvPr/>
        </p:nvCxnSpPr>
        <p:spPr>
          <a:xfrm>
            <a:off x="533400" y="914400"/>
            <a:ext cx="8153400" cy="0"/>
          </a:xfrm>
          <a:prstGeom prst="straightConnector1">
            <a:avLst/>
          </a:prstGeom>
          <a:noFill/>
          <a:ln w="76200" cap="flat" cmpd="sng">
            <a:solidFill>
              <a:srgbClr val="FF0000"/>
            </a:solidFill>
            <a:prstDash val="solid"/>
            <a:miter lim="800000"/>
            <a:headEnd type="none" w="med" len="med"/>
            <a:tailEnd type="none" w="med" len="med"/>
          </a:ln>
        </p:spPr>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55"/>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4400">
              <a:solidFill>
                <a:schemeClr val="dk2"/>
              </a:solidFill>
              <a:latin typeface="Tahoma"/>
              <a:ea typeface="Tahoma"/>
              <a:cs typeface="Tahoma"/>
              <a:sym typeface="Tahoma"/>
            </a:endParaRPr>
          </a:p>
        </p:txBody>
      </p:sp>
      <p:sp>
        <p:nvSpPr>
          <p:cNvPr id="421" name="Google Shape;421;p55"/>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marR="0" lvl="0" indent="-139700" algn="l" rtl="0">
              <a:spcBef>
                <a:spcPts val="0"/>
              </a:spcBef>
              <a:spcAft>
                <a:spcPts val="0"/>
              </a:spcAft>
              <a:buClr>
                <a:schemeClr val="dk1"/>
              </a:buClr>
              <a:buSzPts val="3200"/>
              <a:buFont typeface="Tahoma"/>
              <a:buNone/>
            </a:pPr>
            <a:endParaRPr sz="3200">
              <a:solidFill>
                <a:schemeClr val="dk1"/>
              </a:solidFill>
              <a:latin typeface="Tahoma"/>
              <a:ea typeface="Tahoma"/>
              <a:cs typeface="Tahoma"/>
              <a:sym typeface="Tahom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56"/>
          <p:cNvSpPr txBox="1">
            <a:spLocks noGrp="1"/>
          </p:cNvSpPr>
          <p:nvPr>
            <p:ph type="ctrTitle"/>
          </p:nvPr>
        </p:nvSpPr>
        <p:spPr>
          <a:xfrm>
            <a:off x="609600" y="1295400"/>
            <a:ext cx="7772400" cy="14700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Tahoma"/>
              <a:buNone/>
            </a:pPr>
            <a:r>
              <a:rPr lang="en-US" sz="4400" b="1" i="0" u="none">
                <a:solidFill>
                  <a:schemeClr val="dk1"/>
                </a:solidFill>
                <a:latin typeface="Tahoma"/>
                <a:ea typeface="Tahoma"/>
                <a:cs typeface="Tahoma"/>
                <a:sym typeface="Tahoma"/>
              </a:rPr>
              <a:t>What Should Happen in Small Groups</a:t>
            </a:r>
            <a:endParaRPr/>
          </a:p>
        </p:txBody>
      </p:sp>
      <p:sp>
        <p:nvSpPr>
          <p:cNvPr id="428" name="Google Shape;428;p56"/>
          <p:cNvSpPr txBox="1">
            <a:spLocks noGrp="1"/>
          </p:cNvSpPr>
          <p:nvPr>
            <p:ph type="subTitle" idx="1"/>
          </p:nvPr>
        </p:nvSpPr>
        <p:spPr>
          <a:xfrm>
            <a:off x="609600" y="2819400"/>
            <a:ext cx="8153400" cy="3886200"/>
          </a:xfrm>
          <a:prstGeom prst="rect">
            <a:avLst/>
          </a:prstGeom>
          <a:noFill/>
          <a:ln>
            <a:noFill/>
          </a:ln>
        </p:spPr>
        <p:txBody>
          <a:bodyPr spcFirstLastPara="1" wrap="square" lIns="91425" tIns="45700" rIns="91425" bIns="45700" anchor="t" anchorCtr="0">
            <a:noAutofit/>
          </a:bodyPr>
          <a:lstStyle/>
          <a:p>
            <a:pPr marL="0" lvl="0" indent="0" algn="ctr" rtl="0">
              <a:lnSpc>
                <a:spcPct val="80000"/>
              </a:lnSpc>
              <a:spcBef>
                <a:spcPts val="0"/>
              </a:spcBef>
              <a:spcAft>
                <a:spcPts val="0"/>
              </a:spcAft>
              <a:buClr>
                <a:schemeClr val="dk1"/>
              </a:buClr>
              <a:buSzPts val="1400"/>
              <a:buFont typeface="Tahoma"/>
              <a:buNone/>
            </a:pPr>
            <a:r>
              <a:rPr lang="en-US" sz="1400" b="1" i="0" u="none" dirty="0">
                <a:solidFill>
                  <a:schemeClr val="dk1"/>
                </a:solidFill>
                <a:latin typeface="Tahoma"/>
                <a:ea typeface="Tahoma"/>
                <a:cs typeface="Tahoma"/>
                <a:sym typeface="Tahoma"/>
              </a:rPr>
              <a:t>Foundation Verse:</a:t>
            </a:r>
            <a:endParaRPr dirty="0"/>
          </a:p>
          <a:p>
            <a:pPr marL="0" lvl="0" indent="0" algn="ctr" rtl="0">
              <a:lnSpc>
                <a:spcPct val="80000"/>
              </a:lnSpc>
              <a:spcBef>
                <a:spcPts val="400"/>
              </a:spcBef>
              <a:spcAft>
                <a:spcPts val="0"/>
              </a:spcAft>
              <a:buClr>
                <a:schemeClr val="dk1"/>
              </a:buClr>
              <a:buSzPts val="2000"/>
              <a:buFont typeface="Tahoma"/>
              <a:buNone/>
            </a:pPr>
            <a:r>
              <a:rPr lang="en-US" sz="2000" b="1" i="1" u="none" dirty="0">
                <a:solidFill>
                  <a:schemeClr val="dk1"/>
                </a:solidFill>
                <a:latin typeface="Tahoma"/>
                <a:ea typeface="Tahoma"/>
                <a:cs typeface="Tahoma"/>
                <a:sym typeface="Tahoma"/>
              </a:rPr>
              <a:t>Do nothing out of selfish ambition or vain conceit, but in humility consider others better than yourselves.  Each of you should look not only to your interests, but also to the interests of others.  Philippians 2:3-4</a:t>
            </a:r>
            <a:endParaRPr dirty="0"/>
          </a:p>
          <a:p>
            <a:pPr marL="0" lvl="0" indent="0" algn="ctr" rtl="0">
              <a:lnSpc>
                <a:spcPct val="80000"/>
              </a:lnSpc>
              <a:spcBef>
                <a:spcPts val="400"/>
              </a:spcBef>
              <a:spcAft>
                <a:spcPts val="0"/>
              </a:spcAft>
              <a:buClr>
                <a:schemeClr val="dk1"/>
              </a:buClr>
              <a:buSzPts val="2000"/>
              <a:buFont typeface="Tahoma"/>
              <a:buNone/>
            </a:pPr>
            <a:endParaRPr sz="2000" b="1" i="1" u="none" dirty="0">
              <a:solidFill>
                <a:schemeClr val="dk1"/>
              </a:solidFill>
              <a:latin typeface="Tahoma"/>
              <a:ea typeface="Tahoma"/>
              <a:cs typeface="Tahoma"/>
              <a:sym typeface="Tahoma"/>
            </a:endParaRPr>
          </a:p>
          <a:p>
            <a:pPr marL="0" lvl="0" indent="0" algn="ctr" rtl="0">
              <a:lnSpc>
                <a:spcPct val="80000"/>
              </a:lnSpc>
              <a:spcBef>
                <a:spcPts val="400"/>
              </a:spcBef>
              <a:spcAft>
                <a:spcPts val="0"/>
              </a:spcAft>
              <a:buClr>
                <a:schemeClr val="dk1"/>
              </a:buClr>
              <a:buSzPts val="2000"/>
              <a:buFont typeface="Tahoma"/>
              <a:buNone/>
            </a:pPr>
            <a:endParaRPr sz="2000" b="1" i="1" u="none" dirty="0">
              <a:solidFill>
                <a:schemeClr val="dk1"/>
              </a:solidFill>
              <a:latin typeface="Tahoma"/>
              <a:ea typeface="Tahoma"/>
              <a:cs typeface="Tahoma"/>
              <a:sym typeface="Tahoma"/>
            </a:endParaRPr>
          </a:p>
          <a:p>
            <a:pPr marL="0" lvl="0" indent="0" algn="ctr" rtl="0">
              <a:lnSpc>
                <a:spcPct val="80000"/>
              </a:lnSpc>
              <a:spcBef>
                <a:spcPts val="360"/>
              </a:spcBef>
              <a:spcAft>
                <a:spcPts val="0"/>
              </a:spcAft>
              <a:buClr>
                <a:schemeClr val="dk1"/>
              </a:buClr>
              <a:buSzPts val="1800"/>
              <a:buFont typeface="Tahoma"/>
              <a:buNone/>
            </a:pPr>
            <a:endParaRPr sz="1800" b="1" i="1" u="none" dirty="0">
              <a:solidFill>
                <a:schemeClr val="dk1"/>
              </a:solidFill>
              <a:latin typeface="Tahoma"/>
              <a:ea typeface="Tahoma"/>
              <a:cs typeface="Tahoma"/>
              <a:sym typeface="Tahoma"/>
            </a:endParaRPr>
          </a:p>
          <a:p>
            <a:pPr marL="0" lvl="0" indent="0" algn="ctr" rtl="0">
              <a:spcBef>
                <a:spcPts val="480"/>
              </a:spcBef>
              <a:spcAft>
                <a:spcPts val="0"/>
              </a:spcAft>
              <a:buClr>
                <a:schemeClr val="dk1"/>
              </a:buClr>
              <a:buSzPts val="2400"/>
              <a:buFont typeface="Tahoma"/>
              <a:buNone/>
            </a:pPr>
            <a:r>
              <a:rPr lang="en-PH" sz="2400" b="1" dirty="0"/>
              <a:t>March 7 &amp; 8 2026</a:t>
            </a:r>
          </a:p>
          <a:p>
            <a:pPr marL="0" lvl="0" indent="0" algn="ctr" rtl="0">
              <a:spcBef>
                <a:spcPts val="480"/>
              </a:spcBef>
              <a:spcAft>
                <a:spcPts val="0"/>
              </a:spcAft>
              <a:buClr>
                <a:schemeClr val="dk1"/>
              </a:buClr>
              <a:buSzPts val="2400"/>
              <a:buFont typeface="Tahoma"/>
              <a:buNone/>
            </a:pPr>
            <a:r>
              <a:rPr lang="en-PH" sz="2400" b="1" dirty="0"/>
              <a:t>BLD Cebu Cluster</a:t>
            </a:r>
          </a:p>
          <a:p>
            <a:pPr marL="0" lvl="0" indent="0" algn="ctr" rtl="0">
              <a:spcBef>
                <a:spcPts val="480"/>
              </a:spcBef>
              <a:spcAft>
                <a:spcPts val="0"/>
              </a:spcAft>
              <a:buClr>
                <a:schemeClr val="dk1"/>
              </a:buClr>
              <a:buSzPts val="2400"/>
              <a:buFont typeface="Tahoma"/>
              <a:buNone/>
            </a:pPr>
            <a:endParaRPr sz="2400" b="1" dirty="0"/>
          </a:p>
          <a:p>
            <a:pPr marL="0" lvl="0" indent="0" algn="ctr" rtl="0">
              <a:lnSpc>
                <a:spcPct val="100000"/>
              </a:lnSpc>
              <a:spcBef>
                <a:spcPts val="400"/>
              </a:spcBef>
              <a:spcAft>
                <a:spcPts val="0"/>
              </a:spcAft>
              <a:buClr>
                <a:schemeClr val="dk1"/>
              </a:buClr>
              <a:buSzPts val="2000"/>
              <a:buFont typeface="Tahoma"/>
              <a:buNone/>
            </a:pPr>
            <a:endParaRPr sz="2000" b="1" dirty="0"/>
          </a:p>
        </p:txBody>
      </p:sp>
      <p:pic>
        <p:nvPicPr>
          <p:cNvPr id="429" name="Google Shape;429;p56" descr="BHEADP"/>
          <p:cNvPicPr preferRelativeResize="0"/>
          <p:nvPr/>
        </p:nvPicPr>
        <p:blipFill rotWithShape="1">
          <a:blip r:embed="rId3">
            <a:alphaModFix/>
          </a:blip>
          <a:srcRect/>
          <a:stretch/>
        </p:blipFill>
        <p:spPr>
          <a:xfrm>
            <a:off x="1066800" y="304800"/>
            <a:ext cx="8077200" cy="10668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57"/>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Tahoma"/>
              <a:buNone/>
            </a:pPr>
            <a:r>
              <a:rPr lang="en-US" sz="4400" b="1" i="0" u="none">
                <a:solidFill>
                  <a:schemeClr val="dk1"/>
                </a:solidFill>
                <a:latin typeface="Tahoma"/>
                <a:ea typeface="Tahoma"/>
                <a:cs typeface="Tahoma"/>
                <a:sym typeface="Tahoma"/>
              </a:rPr>
              <a:t>SMALL GROUPS</a:t>
            </a:r>
            <a:endParaRPr/>
          </a:p>
        </p:txBody>
      </p:sp>
      <p:sp>
        <p:nvSpPr>
          <p:cNvPr id="436" name="Google Shape;436;p57"/>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Font typeface="Tahoma"/>
              <a:buChar char="•"/>
            </a:pPr>
            <a:r>
              <a:rPr lang="en-US" sz="3200" b="1" i="0" u="sng">
                <a:solidFill>
                  <a:schemeClr val="dk1"/>
                </a:solidFill>
                <a:latin typeface="Tahoma"/>
                <a:ea typeface="Tahoma"/>
                <a:cs typeface="Tahoma"/>
                <a:sym typeface="Tahoma"/>
              </a:rPr>
              <a:t>Purpose</a:t>
            </a:r>
            <a:endParaRPr/>
          </a:p>
          <a:p>
            <a:pPr marL="342900" lvl="0" indent="-342900" algn="l" rtl="0">
              <a:lnSpc>
                <a:spcPct val="100000"/>
              </a:lnSpc>
              <a:spcBef>
                <a:spcPts val="640"/>
              </a:spcBef>
              <a:spcAft>
                <a:spcPts val="0"/>
              </a:spcAft>
              <a:buClr>
                <a:schemeClr val="dk1"/>
              </a:buClr>
              <a:buSzPts val="3200"/>
              <a:buFont typeface="Tahoma"/>
              <a:buNone/>
            </a:pPr>
            <a:r>
              <a:rPr lang="en-US" sz="3200" b="1" i="0" u="none">
                <a:solidFill>
                  <a:schemeClr val="dk1"/>
                </a:solidFill>
                <a:latin typeface="Tahoma"/>
                <a:ea typeface="Tahoma"/>
                <a:cs typeface="Tahoma"/>
                <a:sym typeface="Tahoma"/>
              </a:rPr>
              <a:t>	To train and equip to minister healing to others</a:t>
            </a:r>
            <a:endParaRPr/>
          </a:p>
          <a:p>
            <a:pPr marL="342900" lvl="0" indent="-342900" algn="l" rtl="0">
              <a:lnSpc>
                <a:spcPct val="100000"/>
              </a:lnSpc>
              <a:spcBef>
                <a:spcPts val="640"/>
              </a:spcBef>
              <a:spcAft>
                <a:spcPts val="0"/>
              </a:spcAft>
              <a:buClr>
                <a:schemeClr val="dk1"/>
              </a:buClr>
              <a:buSzPts val="3200"/>
              <a:buFont typeface="Tahoma"/>
              <a:buChar char="•"/>
            </a:pPr>
            <a:r>
              <a:rPr lang="en-US" sz="3200" b="1" i="0" u="sng">
                <a:solidFill>
                  <a:schemeClr val="dk1"/>
                </a:solidFill>
                <a:latin typeface="Tahoma"/>
                <a:ea typeface="Tahoma"/>
                <a:cs typeface="Tahoma"/>
                <a:sym typeface="Tahoma"/>
              </a:rPr>
              <a:t>Key Component</a:t>
            </a:r>
            <a:endParaRPr/>
          </a:p>
          <a:p>
            <a:pPr marL="342900" lvl="0" indent="-342900" algn="l" rtl="0">
              <a:lnSpc>
                <a:spcPct val="100000"/>
              </a:lnSpc>
              <a:spcBef>
                <a:spcPts val="640"/>
              </a:spcBef>
              <a:spcAft>
                <a:spcPts val="0"/>
              </a:spcAft>
              <a:buClr>
                <a:schemeClr val="dk1"/>
              </a:buClr>
              <a:buSzPts val="3200"/>
              <a:buFont typeface="Tahoma"/>
              <a:buNone/>
            </a:pPr>
            <a:r>
              <a:rPr lang="en-US" sz="3200" b="1" i="0" u="none">
                <a:solidFill>
                  <a:schemeClr val="dk1"/>
                </a:solidFill>
                <a:latin typeface="Tahoma"/>
                <a:ea typeface="Tahoma"/>
                <a:cs typeface="Tahoma"/>
                <a:sym typeface="Tahoma"/>
              </a:rPr>
              <a:t>	To provide an environment for participation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58"/>
          <p:cNvSpPr txBox="1">
            <a:spLocks noGrp="1"/>
          </p:cNvSpPr>
          <p:nvPr>
            <p:ph type="title"/>
          </p:nvPr>
        </p:nvSpPr>
        <p:spPr>
          <a:xfrm>
            <a:off x="685800" y="304800"/>
            <a:ext cx="8229600" cy="6096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3200"/>
              <a:buFont typeface="Tahoma"/>
              <a:buNone/>
            </a:pPr>
            <a:r>
              <a:rPr lang="en-US" sz="3200" b="0" i="0" u="none">
                <a:solidFill>
                  <a:schemeClr val="dk2"/>
                </a:solidFill>
                <a:latin typeface="Tahoma"/>
                <a:ea typeface="Tahoma"/>
                <a:cs typeface="Tahoma"/>
                <a:sym typeface="Tahoma"/>
              </a:rPr>
              <a:t>Help Others in Putting on the Armor of God</a:t>
            </a:r>
            <a:endParaRPr/>
          </a:p>
        </p:txBody>
      </p:sp>
      <p:pic>
        <p:nvPicPr>
          <p:cNvPr id="443" name="Google Shape;443;p58" descr="44115-main"/>
          <p:cNvPicPr preferRelativeResize="0"/>
          <p:nvPr/>
        </p:nvPicPr>
        <p:blipFill rotWithShape="1">
          <a:blip r:embed="rId3">
            <a:alphaModFix/>
          </a:blip>
          <a:srcRect/>
          <a:stretch/>
        </p:blipFill>
        <p:spPr>
          <a:xfrm>
            <a:off x="3160712" y="838200"/>
            <a:ext cx="3087687" cy="5410200"/>
          </a:xfrm>
          <a:prstGeom prst="rect">
            <a:avLst/>
          </a:prstGeom>
          <a:noFill/>
          <a:ln>
            <a:noFill/>
          </a:ln>
        </p:spPr>
      </p:pic>
      <p:sp>
        <p:nvSpPr>
          <p:cNvPr id="444" name="Google Shape;444;p58"/>
          <p:cNvSpPr txBox="1"/>
          <p:nvPr/>
        </p:nvSpPr>
        <p:spPr>
          <a:xfrm>
            <a:off x="5395912" y="1403350"/>
            <a:ext cx="3257550" cy="2762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ahoma"/>
              <a:buNone/>
            </a:pPr>
            <a:r>
              <a:rPr lang="en-US" sz="1800" b="1" i="0" u="none">
                <a:solidFill>
                  <a:schemeClr val="dk1"/>
                </a:solidFill>
                <a:latin typeface="Tahoma"/>
                <a:ea typeface="Tahoma"/>
                <a:cs typeface="Tahoma"/>
                <a:sym typeface="Tahoma"/>
              </a:rPr>
              <a:t>Helmet of Salvation</a:t>
            </a:r>
            <a:endParaRPr/>
          </a:p>
        </p:txBody>
      </p:sp>
      <p:sp>
        <p:nvSpPr>
          <p:cNvPr id="445" name="Google Shape;445;p58"/>
          <p:cNvSpPr txBox="1"/>
          <p:nvPr/>
        </p:nvSpPr>
        <p:spPr>
          <a:xfrm>
            <a:off x="6081712" y="3460750"/>
            <a:ext cx="2444750" cy="2762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ahoma"/>
              <a:buNone/>
            </a:pPr>
            <a:r>
              <a:rPr lang="en-US" sz="1800" b="1" i="0" u="none">
                <a:solidFill>
                  <a:schemeClr val="dk1"/>
                </a:solidFill>
                <a:latin typeface="Tahoma"/>
                <a:ea typeface="Tahoma"/>
                <a:cs typeface="Tahoma"/>
                <a:sym typeface="Tahoma"/>
              </a:rPr>
              <a:t>Shield of Faith</a:t>
            </a:r>
            <a:endParaRPr/>
          </a:p>
        </p:txBody>
      </p:sp>
      <p:sp>
        <p:nvSpPr>
          <p:cNvPr id="446" name="Google Shape;446;p58"/>
          <p:cNvSpPr txBox="1"/>
          <p:nvPr/>
        </p:nvSpPr>
        <p:spPr>
          <a:xfrm>
            <a:off x="609600" y="2209800"/>
            <a:ext cx="3733800" cy="4810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ahoma"/>
              <a:buNone/>
            </a:pPr>
            <a:r>
              <a:rPr lang="en-US" sz="1800" b="1" i="0" u="none">
                <a:solidFill>
                  <a:schemeClr val="dk1"/>
                </a:solidFill>
                <a:latin typeface="Tahoma"/>
                <a:ea typeface="Tahoma"/>
                <a:cs typeface="Tahoma"/>
                <a:sym typeface="Tahoma"/>
              </a:rPr>
              <a:t>Breastplate of Righteousness</a:t>
            </a:r>
            <a:endParaRPr/>
          </a:p>
        </p:txBody>
      </p:sp>
      <p:sp>
        <p:nvSpPr>
          <p:cNvPr id="447" name="Google Shape;447;p58"/>
          <p:cNvSpPr txBox="1"/>
          <p:nvPr/>
        </p:nvSpPr>
        <p:spPr>
          <a:xfrm>
            <a:off x="2133600" y="3200400"/>
            <a:ext cx="2133600" cy="4810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ahoma"/>
              <a:buNone/>
            </a:pPr>
            <a:r>
              <a:rPr lang="en-US" sz="1800" b="1" i="0" u="none">
                <a:solidFill>
                  <a:schemeClr val="dk1"/>
                </a:solidFill>
                <a:latin typeface="Tahoma"/>
                <a:ea typeface="Tahoma"/>
                <a:cs typeface="Tahoma"/>
                <a:sym typeface="Tahoma"/>
              </a:rPr>
              <a:t>Buckle of Truth</a:t>
            </a:r>
            <a:endParaRPr/>
          </a:p>
        </p:txBody>
      </p:sp>
      <p:sp>
        <p:nvSpPr>
          <p:cNvPr id="448" name="Google Shape;448;p58"/>
          <p:cNvSpPr txBox="1"/>
          <p:nvPr/>
        </p:nvSpPr>
        <p:spPr>
          <a:xfrm>
            <a:off x="1066800" y="4071937"/>
            <a:ext cx="2836862" cy="342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49" name="Google Shape;449;p58"/>
          <p:cNvSpPr txBox="1"/>
          <p:nvPr/>
        </p:nvSpPr>
        <p:spPr>
          <a:xfrm>
            <a:off x="1524000" y="4267200"/>
            <a:ext cx="3122612" cy="2746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ahoma"/>
              <a:buNone/>
            </a:pPr>
            <a:r>
              <a:rPr lang="en-US" sz="1800" b="1" i="0" u="none">
                <a:solidFill>
                  <a:schemeClr val="dk1"/>
                </a:solidFill>
                <a:latin typeface="Tahoma"/>
                <a:ea typeface="Tahoma"/>
                <a:cs typeface="Tahoma"/>
                <a:sym typeface="Tahoma"/>
              </a:rPr>
              <a:t>Sword of the Spirit</a:t>
            </a:r>
            <a:endParaRPr/>
          </a:p>
        </p:txBody>
      </p:sp>
      <p:sp>
        <p:nvSpPr>
          <p:cNvPr id="450" name="Google Shape;450;p58"/>
          <p:cNvSpPr txBox="1"/>
          <p:nvPr/>
        </p:nvSpPr>
        <p:spPr>
          <a:xfrm>
            <a:off x="5167312" y="5670550"/>
            <a:ext cx="2670175" cy="2762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ahoma"/>
              <a:buNone/>
            </a:pPr>
            <a:r>
              <a:rPr lang="en-US" sz="1800" b="1" i="0" u="none">
                <a:solidFill>
                  <a:schemeClr val="dk1"/>
                </a:solidFill>
                <a:latin typeface="Tahoma"/>
                <a:ea typeface="Tahoma"/>
                <a:cs typeface="Tahoma"/>
                <a:sym typeface="Tahoma"/>
              </a:rPr>
              <a:t>Sandal of Peace</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59"/>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Tahoma"/>
              <a:buNone/>
            </a:pPr>
            <a:r>
              <a:rPr lang="en-US" sz="4400" b="1" i="0" u="none">
                <a:solidFill>
                  <a:schemeClr val="dk1"/>
                </a:solidFill>
                <a:latin typeface="Tahoma"/>
                <a:ea typeface="Tahoma"/>
                <a:cs typeface="Tahoma"/>
                <a:sym typeface="Tahoma"/>
              </a:rPr>
              <a:t>SMALL GROUPS</a:t>
            </a:r>
            <a:endParaRPr/>
          </a:p>
        </p:txBody>
      </p:sp>
      <p:sp>
        <p:nvSpPr>
          <p:cNvPr id="457" name="Google Shape;457;p59"/>
          <p:cNvSpPr txBox="1">
            <a:spLocks noGrp="1"/>
          </p:cNvSpPr>
          <p:nvPr>
            <p:ph type="body" idx="1"/>
          </p:nvPr>
        </p:nvSpPr>
        <p:spPr>
          <a:xfrm>
            <a:off x="685800" y="1752600"/>
            <a:ext cx="7772400" cy="4343400"/>
          </a:xfrm>
          <a:prstGeom prst="rect">
            <a:avLst/>
          </a:prstGeom>
          <a:noFill/>
          <a:ln>
            <a:noFill/>
          </a:ln>
        </p:spPr>
        <p:txBody>
          <a:bodyPr spcFirstLastPara="1" wrap="square" lIns="91425" tIns="45700" rIns="91425" bIns="45700" anchor="t" anchorCtr="0">
            <a:noAutofit/>
          </a:bodyPr>
          <a:lstStyle/>
          <a:p>
            <a:pPr marL="342900" lvl="0" indent="-349250" algn="l" rtl="0">
              <a:lnSpc>
                <a:spcPct val="90000"/>
              </a:lnSpc>
              <a:spcBef>
                <a:spcPts val="0"/>
              </a:spcBef>
              <a:spcAft>
                <a:spcPts val="0"/>
              </a:spcAft>
              <a:buClr>
                <a:schemeClr val="dk1"/>
              </a:buClr>
              <a:buSzPts val="2900"/>
              <a:buFont typeface="Tahoma"/>
              <a:buChar char="•"/>
            </a:pPr>
            <a:r>
              <a:rPr lang="en-US" sz="2900" b="1" i="0" u="sng">
                <a:solidFill>
                  <a:schemeClr val="dk1"/>
                </a:solidFill>
                <a:latin typeface="Tahoma"/>
                <a:ea typeface="Tahoma"/>
                <a:cs typeface="Tahoma"/>
                <a:sym typeface="Tahoma"/>
              </a:rPr>
              <a:t>Small group includes</a:t>
            </a:r>
            <a:r>
              <a:rPr lang="en-US" sz="2900" b="1" i="0" u="none">
                <a:solidFill>
                  <a:schemeClr val="dk1"/>
                </a:solidFill>
                <a:latin typeface="Tahoma"/>
                <a:ea typeface="Tahoma"/>
                <a:cs typeface="Tahoma"/>
                <a:sym typeface="Tahoma"/>
              </a:rPr>
              <a:t>:</a:t>
            </a:r>
            <a:endParaRPr sz="3300"/>
          </a:p>
          <a:p>
            <a:pPr marL="742950" lvl="1" indent="-292100" algn="l" rtl="0">
              <a:lnSpc>
                <a:spcPct val="90000"/>
              </a:lnSpc>
              <a:spcBef>
                <a:spcPts val="480"/>
              </a:spcBef>
              <a:spcAft>
                <a:spcPts val="0"/>
              </a:spcAft>
              <a:buClr>
                <a:schemeClr val="dk1"/>
              </a:buClr>
              <a:buSzPts val="2500"/>
              <a:buFont typeface="Tahoma"/>
              <a:buChar char="–"/>
            </a:pPr>
            <a:r>
              <a:rPr lang="en-US" sz="2500" b="1" i="0" u="none">
                <a:solidFill>
                  <a:schemeClr val="dk1"/>
                </a:solidFill>
                <a:latin typeface="Tahoma"/>
                <a:ea typeface="Tahoma"/>
                <a:cs typeface="Tahoma"/>
                <a:sym typeface="Tahoma"/>
              </a:rPr>
              <a:t>Opening prayer</a:t>
            </a:r>
            <a:endParaRPr sz="2900"/>
          </a:p>
          <a:p>
            <a:pPr marL="742950" lvl="1" indent="-292100" algn="l" rtl="0">
              <a:lnSpc>
                <a:spcPct val="90000"/>
              </a:lnSpc>
              <a:spcBef>
                <a:spcPts val="480"/>
              </a:spcBef>
              <a:spcAft>
                <a:spcPts val="0"/>
              </a:spcAft>
              <a:buClr>
                <a:schemeClr val="dk1"/>
              </a:buClr>
              <a:buSzPts val="2500"/>
              <a:buFont typeface="Tahoma"/>
              <a:buChar char="–"/>
            </a:pPr>
            <a:r>
              <a:rPr lang="en-US" sz="2500" b="1" i="0" u="none">
                <a:solidFill>
                  <a:schemeClr val="dk1"/>
                </a:solidFill>
                <a:latin typeface="Tahoma"/>
                <a:ea typeface="Tahoma"/>
                <a:cs typeface="Tahoma"/>
                <a:sym typeface="Tahoma"/>
              </a:rPr>
              <a:t>A brief review of the teaching</a:t>
            </a:r>
            <a:endParaRPr sz="2900"/>
          </a:p>
          <a:p>
            <a:pPr marL="742950" lvl="1" indent="-292100" algn="l" rtl="0">
              <a:lnSpc>
                <a:spcPct val="90000"/>
              </a:lnSpc>
              <a:spcBef>
                <a:spcPts val="480"/>
              </a:spcBef>
              <a:spcAft>
                <a:spcPts val="0"/>
              </a:spcAft>
              <a:buClr>
                <a:schemeClr val="dk1"/>
              </a:buClr>
              <a:buSzPts val="2500"/>
              <a:buFont typeface="Tahoma"/>
              <a:buChar char="–"/>
            </a:pPr>
            <a:r>
              <a:rPr lang="en-US" sz="2500" b="1" i="0" u="none">
                <a:solidFill>
                  <a:schemeClr val="dk1"/>
                </a:solidFill>
                <a:latin typeface="Tahoma"/>
                <a:ea typeface="Tahoma"/>
                <a:cs typeface="Tahoma"/>
                <a:sym typeface="Tahoma"/>
              </a:rPr>
              <a:t>Communication of personal responses to the teaching</a:t>
            </a:r>
            <a:endParaRPr sz="2900"/>
          </a:p>
          <a:p>
            <a:pPr marL="742950" lvl="1" indent="-292100" algn="l" rtl="0">
              <a:lnSpc>
                <a:spcPct val="90000"/>
              </a:lnSpc>
              <a:spcBef>
                <a:spcPts val="480"/>
              </a:spcBef>
              <a:spcAft>
                <a:spcPts val="0"/>
              </a:spcAft>
              <a:buClr>
                <a:schemeClr val="dk1"/>
              </a:buClr>
              <a:buSzPts val="2500"/>
              <a:buFont typeface="Tahoma"/>
              <a:buChar char="–"/>
            </a:pPr>
            <a:r>
              <a:rPr lang="en-US" sz="2500" b="1" i="0" u="none">
                <a:solidFill>
                  <a:schemeClr val="dk1"/>
                </a:solidFill>
                <a:latin typeface="Tahoma"/>
                <a:ea typeface="Tahoma"/>
                <a:cs typeface="Tahoma"/>
                <a:sym typeface="Tahoma"/>
              </a:rPr>
              <a:t>Listening, listening, listening</a:t>
            </a:r>
            <a:endParaRPr sz="2900"/>
          </a:p>
          <a:p>
            <a:pPr marL="742950" lvl="1" indent="-292100" algn="l" rtl="0">
              <a:lnSpc>
                <a:spcPct val="90000"/>
              </a:lnSpc>
              <a:spcBef>
                <a:spcPts val="480"/>
              </a:spcBef>
              <a:spcAft>
                <a:spcPts val="0"/>
              </a:spcAft>
              <a:buClr>
                <a:schemeClr val="dk1"/>
              </a:buClr>
              <a:buSzPts val="2500"/>
              <a:buFont typeface="Tahoma"/>
              <a:buChar char="–"/>
            </a:pPr>
            <a:r>
              <a:rPr lang="en-US" sz="2500" b="1" i="0" u="none">
                <a:solidFill>
                  <a:schemeClr val="dk1"/>
                </a:solidFill>
                <a:latin typeface="Tahoma"/>
                <a:ea typeface="Tahoma"/>
                <a:cs typeface="Tahoma"/>
                <a:sym typeface="Tahoma"/>
              </a:rPr>
              <a:t>Practicing counseling principles learned in teaching</a:t>
            </a:r>
            <a:endParaRPr sz="2900"/>
          </a:p>
          <a:p>
            <a:pPr marL="742950" lvl="1" indent="-292100" algn="l" rtl="0">
              <a:lnSpc>
                <a:spcPct val="90000"/>
              </a:lnSpc>
              <a:spcBef>
                <a:spcPts val="480"/>
              </a:spcBef>
              <a:spcAft>
                <a:spcPts val="0"/>
              </a:spcAft>
              <a:buClr>
                <a:schemeClr val="dk1"/>
              </a:buClr>
              <a:buSzPts val="2500"/>
              <a:buFont typeface="Tahoma"/>
              <a:buChar char="–"/>
            </a:pPr>
            <a:r>
              <a:rPr lang="en-US" sz="2500" b="1" i="0" u="none">
                <a:solidFill>
                  <a:schemeClr val="dk1"/>
                </a:solidFill>
                <a:latin typeface="Tahoma"/>
                <a:ea typeface="Tahoma"/>
                <a:cs typeface="Tahoma"/>
                <a:sym typeface="Tahoma"/>
              </a:rPr>
              <a:t>Prayer for one another</a:t>
            </a:r>
            <a:endParaRPr sz="2900"/>
          </a:p>
          <a:p>
            <a:pPr marL="742950" lvl="1" indent="-285750" algn="l" rtl="0">
              <a:lnSpc>
                <a:spcPct val="90000"/>
              </a:lnSpc>
              <a:spcBef>
                <a:spcPts val="480"/>
              </a:spcBef>
              <a:spcAft>
                <a:spcPts val="0"/>
              </a:spcAft>
              <a:buClr>
                <a:schemeClr val="dk1"/>
              </a:buClr>
              <a:buSzPts val="2400"/>
              <a:buFont typeface="Tahoma"/>
              <a:buChar char="–"/>
            </a:pPr>
            <a:r>
              <a:rPr lang="en-US" sz="2500" b="1" i="0" u="none">
                <a:solidFill>
                  <a:schemeClr val="dk1"/>
                </a:solidFill>
                <a:latin typeface="Tahoma"/>
                <a:ea typeface="Tahoma"/>
                <a:cs typeface="Tahoma"/>
                <a:sym typeface="Tahoma"/>
              </a:rPr>
              <a:t>Offer of love, hope, encouragement and closure to those receiving counselin</a:t>
            </a:r>
            <a:r>
              <a:rPr lang="en-US" sz="2400" b="1" i="0" u="none">
                <a:solidFill>
                  <a:schemeClr val="dk1"/>
                </a:solidFill>
                <a:latin typeface="Tahoma"/>
                <a:ea typeface="Tahoma"/>
                <a:cs typeface="Tahoma"/>
                <a:sym typeface="Tahoma"/>
              </a:rPr>
              <a:t>g</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60"/>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Tahoma"/>
              <a:buNone/>
            </a:pPr>
            <a:r>
              <a:rPr lang="en-US" sz="4400" b="1" i="0" u="none">
                <a:solidFill>
                  <a:schemeClr val="dk1"/>
                </a:solidFill>
                <a:latin typeface="Tahoma"/>
                <a:ea typeface="Tahoma"/>
                <a:cs typeface="Tahoma"/>
                <a:sym typeface="Tahoma"/>
              </a:rPr>
              <a:t>SMALL GROUPS</a:t>
            </a:r>
            <a:endParaRPr/>
          </a:p>
        </p:txBody>
      </p:sp>
      <p:sp>
        <p:nvSpPr>
          <p:cNvPr id="464" name="Google Shape;464;p60"/>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349250" algn="l" rtl="0">
              <a:lnSpc>
                <a:spcPct val="100000"/>
              </a:lnSpc>
              <a:spcBef>
                <a:spcPts val="0"/>
              </a:spcBef>
              <a:spcAft>
                <a:spcPts val="0"/>
              </a:spcAft>
              <a:buClr>
                <a:schemeClr val="dk1"/>
              </a:buClr>
              <a:buSzPts val="3300"/>
              <a:buFont typeface="Tahoma"/>
              <a:buChar char="•"/>
            </a:pPr>
            <a:r>
              <a:rPr lang="en-US" sz="3300" b="1" i="0" u="sng">
                <a:solidFill>
                  <a:schemeClr val="dk1"/>
                </a:solidFill>
                <a:latin typeface="Tahoma"/>
                <a:ea typeface="Tahoma"/>
                <a:cs typeface="Tahoma"/>
                <a:sym typeface="Tahoma"/>
              </a:rPr>
              <a:t>Components of Small Groups</a:t>
            </a:r>
            <a:r>
              <a:rPr lang="en-US" sz="3300" b="1" i="0" u="none">
                <a:solidFill>
                  <a:schemeClr val="dk1"/>
                </a:solidFill>
                <a:latin typeface="Tahoma"/>
                <a:ea typeface="Tahoma"/>
                <a:cs typeface="Tahoma"/>
                <a:sym typeface="Tahoma"/>
              </a:rPr>
              <a:t>:</a:t>
            </a:r>
            <a:endParaRPr sz="3300"/>
          </a:p>
          <a:p>
            <a:pPr marL="742950" lvl="1" indent="-292100" algn="l" rtl="0">
              <a:lnSpc>
                <a:spcPct val="100000"/>
              </a:lnSpc>
              <a:spcBef>
                <a:spcPts val="560"/>
              </a:spcBef>
              <a:spcAft>
                <a:spcPts val="0"/>
              </a:spcAft>
              <a:buClr>
                <a:schemeClr val="dk1"/>
              </a:buClr>
              <a:buSzPts val="2900"/>
              <a:buFont typeface="Tahoma"/>
              <a:buChar char="–"/>
            </a:pPr>
            <a:r>
              <a:rPr lang="en-US" sz="2900" b="1" i="0" u="none">
                <a:solidFill>
                  <a:schemeClr val="dk1"/>
                </a:solidFill>
                <a:latin typeface="Tahoma"/>
                <a:ea typeface="Tahoma"/>
                <a:cs typeface="Tahoma"/>
                <a:sym typeface="Tahoma"/>
              </a:rPr>
              <a:t>Counselee</a:t>
            </a:r>
            <a:endParaRPr sz="2900"/>
          </a:p>
          <a:p>
            <a:pPr marL="742950" lvl="1" indent="-292100" algn="l" rtl="0">
              <a:lnSpc>
                <a:spcPct val="100000"/>
              </a:lnSpc>
              <a:spcBef>
                <a:spcPts val="560"/>
              </a:spcBef>
              <a:spcAft>
                <a:spcPts val="0"/>
              </a:spcAft>
              <a:buClr>
                <a:schemeClr val="dk1"/>
              </a:buClr>
              <a:buSzPts val="2900"/>
              <a:buFont typeface="Tahoma"/>
              <a:buChar char="–"/>
            </a:pPr>
            <a:r>
              <a:rPr lang="en-US" sz="2900" b="1" i="0" u="none">
                <a:solidFill>
                  <a:schemeClr val="dk1"/>
                </a:solidFill>
                <a:latin typeface="Tahoma"/>
                <a:ea typeface="Tahoma"/>
                <a:cs typeface="Tahoma"/>
                <a:sym typeface="Tahoma"/>
              </a:rPr>
              <a:t>Counselor</a:t>
            </a:r>
            <a:endParaRPr sz="2900"/>
          </a:p>
          <a:p>
            <a:pPr marL="742950" lvl="1" indent="-292100" algn="l" rtl="0">
              <a:lnSpc>
                <a:spcPct val="100000"/>
              </a:lnSpc>
              <a:spcBef>
                <a:spcPts val="560"/>
              </a:spcBef>
              <a:spcAft>
                <a:spcPts val="0"/>
              </a:spcAft>
              <a:buClr>
                <a:schemeClr val="dk1"/>
              </a:buClr>
              <a:buSzPts val="2900"/>
              <a:buFont typeface="Tahoma"/>
              <a:buChar char="–"/>
            </a:pPr>
            <a:r>
              <a:rPr lang="en-US" sz="2900" b="1" i="0" u="none">
                <a:solidFill>
                  <a:schemeClr val="dk1"/>
                </a:solidFill>
                <a:latin typeface="Tahoma"/>
                <a:ea typeface="Tahoma"/>
                <a:cs typeface="Tahoma"/>
                <a:sym typeface="Tahoma"/>
              </a:rPr>
              <a:t>Prayer Warrior</a:t>
            </a:r>
            <a:endParaRPr sz="29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61"/>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Tahoma"/>
              <a:buNone/>
            </a:pPr>
            <a:r>
              <a:rPr lang="en-US" sz="4400" b="1" i="0" u="none">
                <a:solidFill>
                  <a:schemeClr val="dk1"/>
                </a:solidFill>
                <a:latin typeface="Tahoma"/>
                <a:ea typeface="Tahoma"/>
                <a:cs typeface="Tahoma"/>
                <a:sym typeface="Tahoma"/>
              </a:rPr>
              <a:t>SMALL GROUPS</a:t>
            </a:r>
            <a:endParaRPr/>
          </a:p>
        </p:txBody>
      </p:sp>
      <p:sp>
        <p:nvSpPr>
          <p:cNvPr id="471" name="Google Shape;471;p61"/>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Clr>
                <a:schemeClr val="dk1"/>
              </a:buClr>
              <a:buSzPts val="2400"/>
              <a:buFont typeface="Tahoma"/>
              <a:buChar char="•"/>
            </a:pPr>
            <a:r>
              <a:rPr lang="en-US" sz="2400" b="1" i="0" u="sng">
                <a:solidFill>
                  <a:schemeClr val="dk1"/>
                </a:solidFill>
                <a:latin typeface="Tahoma"/>
                <a:ea typeface="Tahoma"/>
                <a:cs typeface="Tahoma"/>
                <a:sym typeface="Tahoma"/>
              </a:rPr>
              <a:t>Small group Dynamics:</a:t>
            </a:r>
            <a:endParaRPr/>
          </a:p>
          <a:p>
            <a:pPr marL="742950" lvl="1" indent="-285750" algn="l" rtl="0">
              <a:lnSpc>
                <a:spcPct val="80000"/>
              </a:lnSpc>
              <a:spcBef>
                <a:spcPts val="400"/>
              </a:spcBef>
              <a:spcAft>
                <a:spcPts val="0"/>
              </a:spcAft>
              <a:buClr>
                <a:schemeClr val="dk1"/>
              </a:buClr>
              <a:buSzPts val="2000"/>
              <a:buFont typeface="Tahoma"/>
              <a:buChar char="–"/>
            </a:pPr>
            <a:r>
              <a:rPr lang="en-US" sz="2000" b="1" i="0" u="none">
                <a:solidFill>
                  <a:schemeClr val="dk1"/>
                </a:solidFill>
                <a:latin typeface="Tahoma"/>
                <a:ea typeface="Tahoma"/>
                <a:cs typeface="Tahoma"/>
                <a:sym typeface="Tahoma"/>
              </a:rPr>
              <a:t>Each in small group will take turns to be counselee and the rest are counselors</a:t>
            </a:r>
            <a:endParaRPr/>
          </a:p>
          <a:p>
            <a:pPr marL="742950" lvl="1" indent="-285750" algn="l" rtl="0">
              <a:lnSpc>
                <a:spcPct val="80000"/>
              </a:lnSpc>
              <a:spcBef>
                <a:spcPts val="400"/>
              </a:spcBef>
              <a:spcAft>
                <a:spcPts val="0"/>
              </a:spcAft>
              <a:buClr>
                <a:schemeClr val="dk1"/>
              </a:buClr>
              <a:buSzPts val="2000"/>
              <a:buFont typeface="Tahoma"/>
              <a:buChar char="–"/>
            </a:pPr>
            <a:r>
              <a:rPr lang="en-US" sz="2000" b="1" i="0" u="none">
                <a:solidFill>
                  <a:schemeClr val="dk1"/>
                </a:solidFill>
                <a:latin typeface="Tahoma"/>
                <a:ea typeface="Tahoma"/>
                <a:cs typeface="Tahoma"/>
                <a:sym typeface="Tahoma"/>
              </a:rPr>
              <a:t>Each Counselee will have about 20 min to be ministered to </a:t>
            </a:r>
            <a:endParaRPr/>
          </a:p>
          <a:p>
            <a:pPr marL="742950" lvl="1" indent="-285750" algn="l" rtl="0">
              <a:lnSpc>
                <a:spcPct val="80000"/>
              </a:lnSpc>
              <a:spcBef>
                <a:spcPts val="400"/>
              </a:spcBef>
              <a:spcAft>
                <a:spcPts val="0"/>
              </a:spcAft>
              <a:buClr>
                <a:schemeClr val="dk1"/>
              </a:buClr>
              <a:buSzPts val="2000"/>
              <a:buFont typeface="Tahoma"/>
              <a:buChar char="–"/>
            </a:pPr>
            <a:r>
              <a:rPr lang="en-US" sz="2000" b="1" i="0" u="none">
                <a:solidFill>
                  <a:schemeClr val="dk1"/>
                </a:solidFill>
                <a:latin typeface="Tahoma"/>
                <a:ea typeface="Tahoma"/>
                <a:cs typeface="Tahoma"/>
                <a:sym typeface="Tahoma"/>
              </a:rPr>
              <a:t>Each will take turns to be a lead counselor</a:t>
            </a:r>
            <a:endParaRPr/>
          </a:p>
          <a:p>
            <a:pPr marL="742950" lvl="1" indent="-285750" algn="l" rtl="0">
              <a:lnSpc>
                <a:spcPct val="80000"/>
              </a:lnSpc>
              <a:spcBef>
                <a:spcPts val="400"/>
              </a:spcBef>
              <a:spcAft>
                <a:spcPts val="0"/>
              </a:spcAft>
              <a:buClr>
                <a:schemeClr val="dk1"/>
              </a:buClr>
              <a:buSzPts val="2000"/>
              <a:buFont typeface="Tahoma"/>
              <a:buChar char="–"/>
            </a:pPr>
            <a:r>
              <a:rPr lang="en-US" sz="2000" b="1" i="0" u="none">
                <a:solidFill>
                  <a:schemeClr val="dk1"/>
                </a:solidFill>
                <a:latin typeface="Tahoma"/>
                <a:ea typeface="Tahoma"/>
                <a:cs typeface="Tahoma"/>
                <a:sym typeface="Tahoma"/>
              </a:rPr>
              <a:t>Lead counselor will watch the time</a:t>
            </a:r>
            <a:endParaRPr/>
          </a:p>
          <a:p>
            <a:pPr marL="742950" lvl="1" indent="-285750" algn="l" rtl="0">
              <a:lnSpc>
                <a:spcPct val="80000"/>
              </a:lnSpc>
              <a:spcBef>
                <a:spcPts val="400"/>
              </a:spcBef>
              <a:spcAft>
                <a:spcPts val="0"/>
              </a:spcAft>
              <a:buClr>
                <a:schemeClr val="dk1"/>
              </a:buClr>
              <a:buSzPts val="2000"/>
              <a:buFont typeface="Tahoma"/>
              <a:buChar char="–"/>
            </a:pPr>
            <a:r>
              <a:rPr lang="en-US" sz="2000" b="1" i="0" u="none">
                <a:solidFill>
                  <a:schemeClr val="dk1"/>
                </a:solidFill>
                <a:latin typeface="Tahoma"/>
                <a:ea typeface="Tahoma"/>
                <a:cs typeface="Tahoma"/>
                <a:sym typeface="Tahoma"/>
              </a:rPr>
              <a:t>While a counselor speaks, the other prays</a:t>
            </a:r>
            <a:endParaRPr/>
          </a:p>
          <a:p>
            <a:pPr marL="742950" lvl="1" indent="-285750" algn="l" rtl="0">
              <a:lnSpc>
                <a:spcPct val="80000"/>
              </a:lnSpc>
              <a:spcBef>
                <a:spcPts val="400"/>
              </a:spcBef>
              <a:spcAft>
                <a:spcPts val="0"/>
              </a:spcAft>
              <a:buClr>
                <a:schemeClr val="dk1"/>
              </a:buClr>
              <a:buSzPts val="2000"/>
              <a:buFont typeface="Tahoma"/>
              <a:buChar char="–"/>
            </a:pPr>
            <a:r>
              <a:rPr lang="en-US" sz="2000" b="1" i="0" u="none">
                <a:solidFill>
                  <a:schemeClr val="dk1"/>
                </a:solidFill>
                <a:latin typeface="Tahoma"/>
                <a:ea typeface="Tahoma"/>
                <a:cs typeface="Tahoma"/>
                <a:sym typeface="Tahoma"/>
              </a:rPr>
              <a:t>If a counselee need more time, you can continue after dinner or break</a:t>
            </a:r>
            <a:endParaRPr/>
          </a:p>
          <a:p>
            <a:pPr marL="742950" lvl="1" indent="-285750" algn="l" rtl="0">
              <a:lnSpc>
                <a:spcPct val="80000"/>
              </a:lnSpc>
              <a:spcBef>
                <a:spcPts val="400"/>
              </a:spcBef>
              <a:spcAft>
                <a:spcPts val="0"/>
              </a:spcAft>
              <a:buClr>
                <a:schemeClr val="dk1"/>
              </a:buClr>
              <a:buSzPts val="2000"/>
              <a:buFont typeface="Tahoma"/>
              <a:buChar char="–"/>
            </a:pPr>
            <a:r>
              <a:rPr lang="en-US" sz="2000" b="1" i="0" u="none">
                <a:solidFill>
                  <a:schemeClr val="dk1"/>
                </a:solidFill>
                <a:latin typeface="Tahoma"/>
                <a:ea typeface="Tahoma"/>
                <a:cs typeface="Tahoma"/>
                <a:sym typeface="Tahoma"/>
              </a:rPr>
              <a:t>Because of time limitations, you may continue counseling even after the weekend SEMINAR.</a:t>
            </a:r>
            <a:endParaRPr/>
          </a:p>
          <a:p>
            <a:pPr marL="742950" lvl="1" indent="-285750" algn="l" rtl="0">
              <a:lnSpc>
                <a:spcPct val="80000"/>
              </a:lnSpc>
              <a:spcBef>
                <a:spcPts val="400"/>
              </a:spcBef>
              <a:spcAft>
                <a:spcPts val="0"/>
              </a:spcAft>
              <a:buClr>
                <a:schemeClr val="dk1"/>
              </a:buClr>
              <a:buSzPts val="2000"/>
              <a:buFont typeface="Tahoma"/>
              <a:buChar char="–"/>
            </a:pPr>
            <a:r>
              <a:rPr lang="en-US" sz="2000" b="1" i="0" u="none">
                <a:solidFill>
                  <a:schemeClr val="dk1"/>
                </a:solidFill>
                <a:latin typeface="Tahoma"/>
                <a:ea typeface="Tahoma"/>
                <a:cs typeface="Tahoma"/>
                <a:sym typeface="Tahoma"/>
              </a:rPr>
              <a:t>Be accountable to one another</a:t>
            </a:r>
            <a:endParaRPr/>
          </a:p>
          <a:p>
            <a:pPr marL="742950" lvl="1" indent="-285750" algn="l" rtl="0">
              <a:lnSpc>
                <a:spcPct val="80000"/>
              </a:lnSpc>
              <a:spcBef>
                <a:spcPts val="400"/>
              </a:spcBef>
              <a:spcAft>
                <a:spcPts val="0"/>
              </a:spcAft>
              <a:buClr>
                <a:schemeClr val="dk1"/>
              </a:buClr>
              <a:buSzPts val="2000"/>
              <a:buFont typeface="Tahoma"/>
              <a:buNone/>
            </a:pPr>
            <a:endParaRPr sz="2000" b="1" i="0" u="none">
              <a:solidFill>
                <a:schemeClr val="dk1"/>
              </a:solidFill>
              <a:latin typeface="Tahoma"/>
              <a:ea typeface="Tahoma"/>
              <a:cs typeface="Tahoma"/>
              <a:sym typeface="Tahoma"/>
            </a:endParaRPr>
          </a:p>
          <a:p>
            <a:pPr marL="342900" lvl="0" indent="-215900" algn="l" rtl="0">
              <a:spcBef>
                <a:spcPts val="400"/>
              </a:spcBef>
              <a:spcAft>
                <a:spcPts val="0"/>
              </a:spcAft>
              <a:buClr>
                <a:schemeClr val="dk1"/>
              </a:buClr>
              <a:buSzPts val="2000"/>
              <a:buFont typeface="Tahoma"/>
              <a:buNone/>
            </a:pPr>
            <a:endParaRPr sz="2000" b="1" i="0" u="none">
              <a:solidFill>
                <a:schemeClr val="dk1"/>
              </a:solidFill>
              <a:latin typeface="Tahoma"/>
              <a:ea typeface="Tahoma"/>
              <a:cs typeface="Tahoma"/>
              <a:sym typeface="Tahom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62"/>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Tahoma"/>
              <a:buNone/>
            </a:pPr>
            <a:r>
              <a:rPr lang="en-US" sz="4400" b="1" i="0" u="none">
                <a:solidFill>
                  <a:schemeClr val="dk1"/>
                </a:solidFill>
                <a:latin typeface="Tahoma"/>
                <a:ea typeface="Tahoma"/>
                <a:cs typeface="Tahoma"/>
                <a:sym typeface="Tahoma"/>
              </a:rPr>
              <a:t>SMALL GROUPS</a:t>
            </a:r>
            <a:endParaRPr/>
          </a:p>
        </p:txBody>
      </p:sp>
      <p:sp>
        <p:nvSpPr>
          <p:cNvPr id="478" name="Google Shape;478;p62"/>
          <p:cNvSpPr txBox="1">
            <a:spLocks noGrp="1"/>
          </p:cNvSpPr>
          <p:nvPr>
            <p:ph type="body" idx="1"/>
          </p:nvPr>
        </p:nvSpPr>
        <p:spPr>
          <a:xfrm>
            <a:off x="685800" y="1981200"/>
            <a:ext cx="7772400" cy="4361400"/>
          </a:xfrm>
          <a:prstGeom prst="rect">
            <a:avLst/>
          </a:prstGeom>
          <a:noFill/>
          <a:ln>
            <a:noFill/>
          </a:ln>
        </p:spPr>
        <p:txBody>
          <a:bodyPr spcFirstLastPara="1" wrap="square" lIns="91425" tIns="45700" rIns="91425" bIns="45700" anchor="t" anchorCtr="0">
            <a:noAutofit/>
          </a:bodyPr>
          <a:lstStyle/>
          <a:p>
            <a:pPr marL="342900" lvl="0" indent="-355600" algn="l" rtl="0">
              <a:lnSpc>
                <a:spcPct val="80000"/>
              </a:lnSpc>
              <a:spcBef>
                <a:spcPts val="0"/>
              </a:spcBef>
              <a:spcAft>
                <a:spcPts val="0"/>
              </a:spcAft>
              <a:buClr>
                <a:schemeClr val="dk1"/>
              </a:buClr>
              <a:buSzPts val="3000"/>
              <a:buFont typeface="Tahoma"/>
              <a:buChar char="•"/>
            </a:pPr>
            <a:r>
              <a:rPr lang="en-US" sz="3000" b="1" i="0" u="sng">
                <a:solidFill>
                  <a:schemeClr val="dk1"/>
                </a:solidFill>
                <a:latin typeface="Tahoma"/>
                <a:ea typeface="Tahoma"/>
                <a:cs typeface="Tahoma"/>
                <a:sym typeface="Tahoma"/>
              </a:rPr>
              <a:t>Role of Lead Counselor:</a:t>
            </a:r>
            <a:endParaRPr sz="3400"/>
          </a:p>
          <a:p>
            <a:pPr marL="742950" lvl="1" indent="-298450" algn="l" rtl="0">
              <a:lnSpc>
                <a:spcPct val="80000"/>
              </a:lnSpc>
              <a:spcBef>
                <a:spcPts val="480"/>
              </a:spcBef>
              <a:spcAft>
                <a:spcPts val="0"/>
              </a:spcAft>
              <a:buClr>
                <a:schemeClr val="dk1"/>
              </a:buClr>
              <a:buSzPts val="2600"/>
              <a:buFont typeface="Tahoma"/>
              <a:buChar char="–"/>
            </a:pPr>
            <a:r>
              <a:rPr lang="en-US" sz="2600" b="1" i="0" u="none">
                <a:solidFill>
                  <a:schemeClr val="dk1"/>
                </a:solidFill>
                <a:latin typeface="Tahoma"/>
                <a:ea typeface="Tahoma"/>
                <a:cs typeface="Tahoma"/>
                <a:sym typeface="Tahoma"/>
              </a:rPr>
              <a:t>Facilitates and empowers</a:t>
            </a:r>
            <a:endParaRPr sz="3000"/>
          </a:p>
          <a:p>
            <a:pPr marL="742950" lvl="1" indent="-298450" algn="l" rtl="0">
              <a:lnSpc>
                <a:spcPct val="80000"/>
              </a:lnSpc>
              <a:spcBef>
                <a:spcPts val="480"/>
              </a:spcBef>
              <a:spcAft>
                <a:spcPts val="0"/>
              </a:spcAft>
              <a:buClr>
                <a:schemeClr val="dk1"/>
              </a:buClr>
              <a:buSzPts val="2600"/>
              <a:buFont typeface="Tahoma"/>
              <a:buChar char="–"/>
            </a:pPr>
            <a:r>
              <a:rPr lang="en-US" sz="2600" b="1" i="0" u="none">
                <a:solidFill>
                  <a:schemeClr val="dk1"/>
                </a:solidFill>
                <a:latin typeface="Tahoma"/>
                <a:ea typeface="Tahoma"/>
                <a:cs typeface="Tahoma"/>
                <a:sym typeface="Tahoma"/>
              </a:rPr>
              <a:t>Makes sure all have time to share, limits “talkers” and draws out quiet ones</a:t>
            </a:r>
            <a:endParaRPr sz="3000"/>
          </a:p>
          <a:p>
            <a:pPr marL="742950" lvl="1" indent="-298450" algn="l" rtl="0">
              <a:lnSpc>
                <a:spcPct val="80000"/>
              </a:lnSpc>
              <a:spcBef>
                <a:spcPts val="480"/>
              </a:spcBef>
              <a:spcAft>
                <a:spcPts val="0"/>
              </a:spcAft>
              <a:buClr>
                <a:schemeClr val="dk1"/>
              </a:buClr>
              <a:buSzPts val="2600"/>
              <a:buFont typeface="Tahoma"/>
              <a:buChar char="–"/>
            </a:pPr>
            <a:r>
              <a:rPr lang="en-US" sz="2600" b="1" i="0" u="none">
                <a:solidFill>
                  <a:schemeClr val="dk1"/>
                </a:solidFill>
                <a:latin typeface="Tahoma"/>
                <a:ea typeface="Tahoma"/>
                <a:cs typeface="Tahoma"/>
                <a:sym typeface="Tahoma"/>
              </a:rPr>
              <a:t>Helps protect those receiving counseling from</a:t>
            </a:r>
            <a:endParaRPr sz="3000"/>
          </a:p>
          <a:p>
            <a:pPr marL="1143000" lvl="2" indent="-241300" algn="l" rtl="0">
              <a:lnSpc>
                <a:spcPct val="80000"/>
              </a:lnSpc>
              <a:spcBef>
                <a:spcPts val="400"/>
              </a:spcBef>
              <a:spcAft>
                <a:spcPts val="0"/>
              </a:spcAft>
              <a:buClr>
                <a:schemeClr val="dk1"/>
              </a:buClr>
              <a:buSzPts val="2200"/>
              <a:buFont typeface="Tahoma"/>
              <a:buChar char="•"/>
            </a:pPr>
            <a:r>
              <a:rPr lang="en-US" sz="2200" b="1" i="0" u="none">
                <a:solidFill>
                  <a:schemeClr val="dk1"/>
                </a:solidFill>
                <a:latin typeface="Tahoma"/>
                <a:ea typeface="Tahoma"/>
                <a:cs typeface="Tahoma"/>
                <a:sym typeface="Tahoma"/>
              </a:rPr>
              <a:t>Too many questions</a:t>
            </a:r>
            <a:endParaRPr sz="2600"/>
          </a:p>
          <a:p>
            <a:pPr marL="1143000" lvl="2" indent="-241300" algn="l" rtl="0">
              <a:lnSpc>
                <a:spcPct val="80000"/>
              </a:lnSpc>
              <a:spcBef>
                <a:spcPts val="400"/>
              </a:spcBef>
              <a:spcAft>
                <a:spcPts val="0"/>
              </a:spcAft>
              <a:buClr>
                <a:schemeClr val="dk1"/>
              </a:buClr>
              <a:buSzPts val="2200"/>
              <a:buFont typeface="Tahoma"/>
              <a:buChar char="•"/>
            </a:pPr>
            <a:r>
              <a:rPr lang="en-US" sz="2200" b="1" i="0" u="none">
                <a:solidFill>
                  <a:schemeClr val="dk1"/>
                </a:solidFill>
                <a:latin typeface="Tahoma"/>
                <a:ea typeface="Tahoma"/>
                <a:cs typeface="Tahoma"/>
                <a:sym typeface="Tahoma"/>
              </a:rPr>
              <a:t>Advice-giving</a:t>
            </a:r>
            <a:endParaRPr sz="2600"/>
          </a:p>
          <a:p>
            <a:pPr marL="1143000" lvl="2" indent="-241300" algn="l" rtl="0">
              <a:lnSpc>
                <a:spcPct val="80000"/>
              </a:lnSpc>
              <a:spcBef>
                <a:spcPts val="400"/>
              </a:spcBef>
              <a:spcAft>
                <a:spcPts val="0"/>
              </a:spcAft>
              <a:buClr>
                <a:schemeClr val="dk1"/>
              </a:buClr>
              <a:buSzPts val="2200"/>
              <a:buFont typeface="Tahoma"/>
              <a:buChar char="•"/>
            </a:pPr>
            <a:r>
              <a:rPr lang="en-US" sz="2200" b="1" i="0" u="none">
                <a:solidFill>
                  <a:schemeClr val="dk1"/>
                </a:solidFill>
                <a:latin typeface="Tahoma"/>
                <a:ea typeface="Tahoma"/>
                <a:cs typeface="Tahoma"/>
                <a:sym typeface="Tahoma"/>
              </a:rPr>
              <a:t>Conclusion-jumping</a:t>
            </a:r>
            <a:endParaRPr sz="2600"/>
          </a:p>
          <a:p>
            <a:pPr marL="1143000" lvl="2" indent="-241300" algn="l" rtl="0">
              <a:lnSpc>
                <a:spcPct val="80000"/>
              </a:lnSpc>
              <a:spcBef>
                <a:spcPts val="400"/>
              </a:spcBef>
              <a:spcAft>
                <a:spcPts val="0"/>
              </a:spcAft>
              <a:buClr>
                <a:schemeClr val="dk1"/>
              </a:buClr>
              <a:buSzPts val="2200"/>
              <a:buFont typeface="Tahoma"/>
              <a:buChar char="•"/>
            </a:pPr>
            <a:r>
              <a:rPr lang="en-US" sz="2200" b="1" i="0" u="none">
                <a:solidFill>
                  <a:schemeClr val="dk1"/>
                </a:solidFill>
                <a:latin typeface="Tahoma"/>
                <a:ea typeface="Tahoma"/>
                <a:cs typeface="Tahoma"/>
                <a:sym typeface="Tahoma"/>
              </a:rPr>
              <a:t>Premature ministry or pressure to confess, forgive, repent</a:t>
            </a:r>
            <a:endParaRPr sz="2600"/>
          </a:p>
          <a:p>
            <a:pPr marL="1143000" lvl="2" indent="-241300" algn="l" rtl="0">
              <a:lnSpc>
                <a:spcPct val="80000"/>
              </a:lnSpc>
              <a:spcBef>
                <a:spcPts val="400"/>
              </a:spcBef>
              <a:spcAft>
                <a:spcPts val="0"/>
              </a:spcAft>
              <a:buClr>
                <a:schemeClr val="dk1"/>
              </a:buClr>
              <a:buSzPts val="2200"/>
              <a:buFont typeface="Tahoma"/>
              <a:buChar char="•"/>
            </a:pPr>
            <a:r>
              <a:rPr lang="en-US" sz="2200" b="1" i="0" u="none">
                <a:solidFill>
                  <a:schemeClr val="dk1"/>
                </a:solidFill>
                <a:latin typeface="Tahoma"/>
                <a:ea typeface="Tahoma"/>
                <a:cs typeface="Tahoma"/>
                <a:sym typeface="Tahoma"/>
              </a:rPr>
              <a:t>Any emotional or spiritual violation</a:t>
            </a:r>
            <a:endParaRPr sz="2600"/>
          </a:p>
          <a:p>
            <a:pPr marL="342900" lvl="0" indent="-215900" algn="l" rtl="0">
              <a:spcBef>
                <a:spcPts val="400"/>
              </a:spcBef>
              <a:spcAft>
                <a:spcPts val="0"/>
              </a:spcAft>
              <a:buClr>
                <a:schemeClr val="dk1"/>
              </a:buClr>
              <a:buSzPts val="2000"/>
              <a:buFont typeface="Tahoma"/>
              <a:buNone/>
            </a:pPr>
            <a:endParaRPr sz="2200" b="1" i="0" u="none">
              <a:solidFill>
                <a:schemeClr val="dk1"/>
              </a:solidFill>
              <a:latin typeface="Tahoma"/>
              <a:ea typeface="Tahoma"/>
              <a:cs typeface="Tahoma"/>
              <a:sym typeface="Tahom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63"/>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Tahoma"/>
              <a:buNone/>
            </a:pPr>
            <a:r>
              <a:rPr lang="en-US" sz="4400" b="1" i="0" u="none">
                <a:solidFill>
                  <a:schemeClr val="dk1"/>
                </a:solidFill>
                <a:latin typeface="Tahoma"/>
                <a:ea typeface="Tahoma"/>
                <a:cs typeface="Tahoma"/>
                <a:sym typeface="Tahoma"/>
              </a:rPr>
              <a:t>SMALL GROUPS</a:t>
            </a:r>
            <a:endParaRPr/>
          </a:p>
        </p:txBody>
      </p:sp>
      <p:sp>
        <p:nvSpPr>
          <p:cNvPr id="485" name="Google Shape;485;p63"/>
          <p:cNvSpPr txBox="1">
            <a:spLocks noGrp="1"/>
          </p:cNvSpPr>
          <p:nvPr>
            <p:ph type="body" idx="1"/>
          </p:nvPr>
        </p:nvSpPr>
        <p:spPr>
          <a:xfrm>
            <a:off x="685800" y="1981200"/>
            <a:ext cx="7772400" cy="4497600"/>
          </a:xfrm>
          <a:prstGeom prst="rect">
            <a:avLst/>
          </a:prstGeom>
          <a:noFill/>
          <a:ln>
            <a:noFill/>
          </a:ln>
        </p:spPr>
        <p:txBody>
          <a:bodyPr spcFirstLastPara="1" wrap="square" lIns="91425" tIns="45700" rIns="91425" bIns="45700" anchor="t" anchorCtr="0">
            <a:noAutofit/>
          </a:bodyPr>
          <a:lstStyle/>
          <a:p>
            <a:pPr marL="342900" lvl="0" indent="-349250" algn="l" rtl="0">
              <a:lnSpc>
                <a:spcPct val="100000"/>
              </a:lnSpc>
              <a:spcBef>
                <a:spcPts val="0"/>
              </a:spcBef>
              <a:spcAft>
                <a:spcPts val="0"/>
              </a:spcAft>
              <a:buClr>
                <a:schemeClr val="dk1"/>
              </a:buClr>
              <a:buSzPts val="3300"/>
              <a:buFont typeface="Tahoma"/>
              <a:buChar char="•"/>
            </a:pPr>
            <a:r>
              <a:rPr lang="en-US" sz="3300" b="1" i="0" u="sng">
                <a:solidFill>
                  <a:schemeClr val="dk1"/>
                </a:solidFill>
                <a:latin typeface="Tahoma"/>
                <a:ea typeface="Tahoma"/>
                <a:cs typeface="Tahoma"/>
                <a:sym typeface="Tahoma"/>
              </a:rPr>
              <a:t>Role of Lead Counselor:</a:t>
            </a:r>
            <a:endParaRPr sz="3300"/>
          </a:p>
          <a:p>
            <a:pPr marL="742950" lvl="1" indent="-292100" algn="l" rtl="0">
              <a:lnSpc>
                <a:spcPct val="100000"/>
              </a:lnSpc>
              <a:spcBef>
                <a:spcPts val="560"/>
              </a:spcBef>
              <a:spcAft>
                <a:spcPts val="0"/>
              </a:spcAft>
              <a:buClr>
                <a:schemeClr val="dk1"/>
              </a:buClr>
              <a:buSzPts val="2900"/>
              <a:buFont typeface="Tahoma"/>
              <a:buChar char="–"/>
            </a:pPr>
            <a:r>
              <a:rPr lang="en-US" sz="2900" b="1" i="0" u="none">
                <a:solidFill>
                  <a:schemeClr val="dk1"/>
                </a:solidFill>
                <a:latin typeface="Tahoma"/>
                <a:ea typeface="Tahoma"/>
                <a:cs typeface="Tahoma"/>
                <a:sym typeface="Tahoma"/>
              </a:rPr>
              <a:t>Monitors general progress</a:t>
            </a:r>
            <a:endParaRPr sz="2900"/>
          </a:p>
          <a:p>
            <a:pPr marL="1143000" lvl="2" indent="-234950" algn="l" rtl="0">
              <a:lnSpc>
                <a:spcPct val="100000"/>
              </a:lnSpc>
              <a:spcBef>
                <a:spcPts val="480"/>
              </a:spcBef>
              <a:spcAft>
                <a:spcPts val="0"/>
              </a:spcAft>
              <a:buClr>
                <a:schemeClr val="dk1"/>
              </a:buClr>
              <a:buSzPts val="2500"/>
              <a:buFont typeface="Tahoma"/>
              <a:buChar char="•"/>
            </a:pPr>
            <a:r>
              <a:rPr lang="en-US" sz="2500" b="1" i="0" u="none">
                <a:solidFill>
                  <a:schemeClr val="dk1"/>
                </a:solidFill>
                <a:latin typeface="Tahoma"/>
                <a:ea typeface="Tahoma"/>
                <a:cs typeface="Tahoma"/>
                <a:sym typeface="Tahoma"/>
              </a:rPr>
              <a:t>Clarifies starting, stopping times; begins and ends meetings on time</a:t>
            </a:r>
            <a:endParaRPr sz="2500"/>
          </a:p>
          <a:p>
            <a:pPr marL="1143000" lvl="2" indent="-234950" algn="l" rtl="0">
              <a:lnSpc>
                <a:spcPct val="100000"/>
              </a:lnSpc>
              <a:spcBef>
                <a:spcPts val="480"/>
              </a:spcBef>
              <a:spcAft>
                <a:spcPts val="0"/>
              </a:spcAft>
              <a:buClr>
                <a:schemeClr val="dk1"/>
              </a:buClr>
              <a:buSzPts val="2500"/>
              <a:buFont typeface="Tahoma"/>
              <a:buChar char="•"/>
            </a:pPr>
            <a:r>
              <a:rPr lang="en-US" sz="2500" b="1" i="0" u="none">
                <a:solidFill>
                  <a:schemeClr val="dk1"/>
                </a:solidFill>
                <a:latin typeface="Tahoma"/>
                <a:ea typeface="Tahoma"/>
                <a:cs typeface="Tahoma"/>
                <a:sym typeface="Tahoma"/>
              </a:rPr>
              <a:t>Helps to set tone and pace of group experience</a:t>
            </a:r>
            <a:endParaRPr sz="2500"/>
          </a:p>
          <a:p>
            <a:pPr marL="1143000" lvl="2" indent="-234950" algn="l" rtl="0">
              <a:lnSpc>
                <a:spcPct val="100000"/>
              </a:lnSpc>
              <a:spcBef>
                <a:spcPts val="480"/>
              </a:spcBef>
              <a:spcAft>
                <a:spcPts val="0"/>
              </a:spcAft>
              <a:buClr>
                <a:schemeClr val="dk1"/>
              </a:buClr>
              <a:buSzPts val="2500"/>
              <a:buFont typeface="Tahoma"/>
              <a:buChar char="•"/>
            </a:pPr>
            <a:r>
              <a:rPr lang="en-US" sz="2500" b="1" i="0" u="none">
                <a:solidFill>
                  <a:schemeClr val="dk1"/>
                </a:solidFill>
                <a:latin typeface="Tahoma"/>
                <a:ea typeface="Tahoma"/>
                <a:cs typeface="Tahoma"/>
                <a:sym typeface="Tahoma"/>
              </a:rPr>
              <a:t>Helps to keep group focused</a:t>
            </a:r>
            <a:endParaRPr sz="2500"/>
          </a:p>
          <a:p>
            <a:pPr marL="1143000" lvl="2" indent="-234950" algn="l" rtl="0">
              <a:lnSpc>
                <a:spcPct val="100000"/>
              </a:lnSpc>
              <a:spcBef>
                <a:spcPts val="480"/>
              </a:spcBef>
              <a:spcAft>
                <a:spcPts val="0"/>
              </a:spcAft>
              <a:buClr>
                <a:schemeClr val="dk1"/>
              </a:buClr>
              <a:buSzPts val="2500"/>
              <a:buFont typeface="Tahoma"/>
              <a:buChar char="•"/>
            </a:pPr>
            <a:r>
              <a:rPr lang="en-US" sz="2500" b="1" i="0" u="none">
                <a:solidFill>
                  <a:schemeClr val="dk1"/>
                </a:solidFill>
                <a:latin typeface="Tahoma"/>
                <a:ea typeface="Tahoma"/>
                <a:cs typeface="Tahoma"/>
                <a:sym typeface="Tahoma"/>
              </a:rPr>
              <a:t>Helps to recognize limitations of group and recommend one-on-one counseling when needed to the teachers</a:t>
            </a:r>
            <a:endParaRPr sz="2500"/>
          </a:p>
          <a:p>
            <a:pPr marL="742950" lvl="1" indent="-285750" algn="l" rtl="0">
              <a:lnSpc>
                <a:spcPct val="100000"/>
              </a:lnSpc>
              <a:spcBef>
                <a:spcPts val="560"/>
              </a:spcBef>
              <a:spcAft>
                <a:spcPts val="0"/>
              </a:spcAft>
              <a:buClr>
                <a:schemeClr val="dk1"/>
              </a:buClr>
              <a:buSzPts val="2800"/>
              <a:buFont typeface="Tahoma"/>
              <a:buNone/>
            </a:pPr>
            <a:endParaRPr sz="2900" b="1" i="0" u="none">
              <a:solidFill>
                <a:schemeClr val="dk1"/>
              </a:solidFill>
              <a:latin typeface="Tahoma"/>
              <a:ea typeface="Tahoma"/>
              <a:cs typeface="Tahoma"/>
              <a:sym typeface="Tahoma"/>
            </a:endParaRPr>
          </a:p>
          <a:p>
            <a:pPr marL="342900" lvl="0" indent="-165100" algn="l" rtl="0">
              <a:spcBef>
                <a:spcPts val="560"/>
              </a:spcBef>
              <a:spcAft>
                <a:spcPts val="0"/>
              </a:spcAft>
              <a:buClr>
                <a:schemeClr val="dk1"/>
              </a:buClr>
              <a:buSzPts val="2800"/>
              <a:buFont typeface="Tahoma"/>
              <a:buNone/>
            </a:pPr>
            <a:endParaRPr sz="2800" b="1" i="0" u="none">
              <a:solidFill>
                <a:schemeClr val="dk1"/>
              </a:solidFill>
              <a:latin typeface="Tahoma"/>
              <a:ea typeface="Tahoma"/>
              <a:cs typeface="Tahoma"/>
              <a:sym typeface="Tahom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64"/>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Tahoma"/>
              <a:buNone/>
            </a:pPr>
            <a:r>
              <a:rPr lang="en-US" sz="4400" b="1" i="0" u="none">
                <a:solidFill>
                  <a:schemeClr val="dk1"/>
                </a:solidFill>
                <a:latin typeface="Tahoma"/>
                <a:ea typeface="Tahoma"/>
                <a:cs typeface="Tahoma"/>
                <a:sym typeface="Tahoma"/>
              </a:rPr>
              <a:t>SMALL GROUPS</a:t>
            </a:r>
            <a:endParaRPr/>
          </a:p>
        </p:txBody>
      </p:sp>
      <p:sp>
        <p:nvSpPr>
          <p:cNvPr id="492" name="Google Shape;492;p64"/>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Font typeface="Tahoma"/>
              <a:buChar char="•"/>
            </a:pPr>
            <a:r>
              <a:rPr lang="en-US" sz="3200" b="1" i="0" u="sng">
                <a:solidFill>
                  <a:schemeClr val="dk1"/>
                </a:solidFill>
                <a:latin typeface="Tahoma"/>
                <a:ea typeface="Tahoma"/>
                <a:cs typeface="Tahoma"/>
                <a:sym typeface="Tahoma"/>
              </a:rPr>
              <a:t>Role of Lead Counselor:</a:t>
            </a:r>
            <a:endParaRPr/>
          </a:p>
          <a:p>
            <a:pPr marL="742950" lvl="1" indent="-285750" algn="l" rtl="0">
              <a:lnSpc>
                <a:spcPct val="100000"/>
              </a:lnSpc>
              <a:spcBef>
                <a:spcPts val="560"/>
              </a:spcBef>
              <a:spcAft>
                <a:spcPts val="0"/>
              </a:spcAft>
              <a:buClr>
                <a:schemeClr val="dk1"/>
              </a:buClr>
              <a:buSzPts val="2800"/>
              <a:buFont typeface="Tahoma"/>
              <a:buChar char="–"/>
            </a:pPr>
            <a:r>
              <a:rPr lang="en-US" sz="2800" b="1" i="0" u="none">
                <a:solidFill>
                  <a:schemeClr val="dk1"/>
                </a:solidFill>
                <a:latin typeface="Tahoma"/>
                <a:ea typeface="Tahoma"/>
                <a:cs typeface="Tahoma"/>
                <a:sym typeface="Tahoma"/>
              </a:rPr>
              <a:t>Participates in small group</a:t>
            </a:r>
            <a:endParaRPr/>
          </a:p>
          <a:p>
            <a:pPr marL="1143000" lvl="2" indent="-228600" algn="l" rtl="0">
              <a:lnSpc>
                <a:spcPct val="100000"/>
              </a:lnSpc>
              <a:spcBef>
                <a:spcPts val="480"/>
              </a:spcBef>
              <a:spcAft>
                <a:spcPts val="0"/>
              </a:spcAft>
              <a:buClr>
                <a:schemeClr val="dk1"/>
              </a:buClr>
              <a:buSzPts val="2400"/>
              <a:buFont typeface="Tahoma"/>
              <a:buChar char="•"/>
            </a:pPr>
            <a:r>
              <a:rPr lang="en-US" sz="2400" b="1" i="0" u="none">
                <a:solidFill>
                  <a:schemeClr val="dk1"/>
                </a:solidFill>
                <a:latin typeface="Tahoma"/>
                <a:ea typeface="Tahoma"/>
                <a:cs typeface="Tahoma"/>
                <a:sym typeface="Tahoma"/>
              </a:rPr>
              <a:t>Helps to model principles for healing: risking, trusting, confession, repentance, forgiveness</a:t>
            </a:r>
            <a:endParaRPr/>
          </a:p>
          <a:p>
            <a:pPr marL="1143000" lvl="2" indent="-228600" algn="l" rtl="0">
              <a:lnSpc>
                <a:spcPct val="100000"/>
              </a:lnSpc>
              <a:spcBef>
                <a:spcPts val="480"/>
              </a:spcBef>
              <a:spcAft>
                <a:spcPts val="0"/>
              </a:spcAft>
              <a:buClr>
                <a:schemeClr val="dk1"/>
              </a:buClr>
              <a:buSzPts val="2400"/>
              <a:buFont typeface="Tahoma"/>
              <a:buChar char="•"/>
            </a:pPr>
            <a:r>
              <a:rPr lang="en-US" sz="2400" b="1" i="0" u="none">
                <a:solidFill>
                  <a:schemeClr val="dk1"/>
                </a:solidFill>
                <a:latin typeface="Tahoma"/>
                <a:ea typeface="Tahoma"/>
                <a:cs typeface="Tahoma"/>
                <a:sym typeface="Tahoma"/>
              </a:rPr>
              <a:t>Allows others to minister to him/her</a:t>
            </a:r>
            <a:endParaRPr/>
          </a:p>
          <a:p>
            <a:pPr marL="342900" lvl="0" indent="-190500" algn="l" rtl="0">
              <a:spcBef>
                <a:spcPts val="480"/>
              </a:spcBef>
              <a:spcAft>
                <a:spcPts val="0"/>
              </a:spcAft>
              <a:buClr>
                <a:schemeClr val="dk1"/>
              </a:buClr>
              <a:buSzPts val="2400"/>
              <a:buFont typeface="Tahoma"/>
              <a:buNone/>
            </a:pPr>
            <a:endParaRPr sz="2400" b="1" i="0" u="none">
              <a:solidFill>
                <a:schemeClr val="dk1"/>
              </a:solidFill>
              <a:latin typeface="Tahoma"/>
              <a:ea typeface="Tahoma"/>
              <a:cs typeface="Tahoma"/>
              <a:sym typeface="Tahom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65"/>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Tahoma"/>
              <a:buNone/>
            </a:pPr>
            <a:r>
              <a:rPr lang="en-US" sz="4400" b="1" i="0" u="none">
                <a:solidFill>
                  <a:schemeClr val="dk1"/>
                </a:solidFill>
                <a:latin typeface="Tahoma"/>
                <a:ea typeface="Tahoma"/>
                <a:cs typeface="Tahoma"/>
                <a:sym typeface="Tahoma"/>
              </a:rPr>
              <a:t>SMALL GROUPS</a:t>
            </a:r>
            <a:endParaRPr/>
          </a:p>
        </p:txBody>
      </p:sp>
      <p:sp>
        <p:nvSpPr>
          <p:cNvPr id="499" name="Google Shape;499;p65"/>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349250" algn="l" rtl="0">
              <a:lnSpc>
                <a:spcPct val="100000"/>
              </a:lnSpc>
              <a:spcBef>
                <a:spcPts val="0"/>
              </a:spcBef>
              <a:spcAft>
                <a:spcPts val="0"/>
              </a:spcAft>
              <a:buClr>
                <a:schemeClr val="dk1"/>
              </a:buClr>
              <a:buSzPts val="3300"/>
              <a:buFont typeface="Tahoma"/>
              <a:buChar char="•"/>
            </a:pPr>
            <a:r>
              <a:rPr lang="en-US" sz="3300" b="1" i="0" u="sng">
                <a:solidFill>
                  <a:schemeClr val="dk1"/>
                </a:solidFill>
                <a:latin typeface="Tahoma"/>
                <a:ea typeface="Tahoma"/>
                <a:cs typeface="Tahoma"/>
                <a:sym typeface="Tahoma"/>
              </a:rPr>
              <a:t>Group member Responsibilities:</a:t>
            </a:r>
            <a:endParaRPr sz="3300"/>
          </a:p>
          <a:p>
            <a:pPr marL="742950" lvl="1" indent="-292100" algn="l" rtl="0">
              <a:lnSpc>
                <a:spcPct val="100000"/>
              </a:lnSpc>
              <a:spcBef>
                <a:spcPts val="560"/>
              </a:spcBef>
              <a:spcAft>
                <a:spcPts val="0"/>
              </a:spcAft>
              <a:buClr>
                <a:schemeClr val="dk1"/>
              </a:buClr>
              <a:buSzPts val="2900"/>
              <a:buFont typeface="Tahoma"/>
              <a:buChar char="–"/>
            </a:pPr>
            <a:r>
              <a:rPr lang="en-US" sz="2900" b="1" i="0" u="none">
                <a:solidFill>
                  <a:schemeClr val="dk1"/>
                </a:solidFill>
                <a:latin typeface="Tahoma"/>
                <a:ea typeface="Tahoma"/>
                <a:cs typeface="Tahoma"/>
                <a:sym typeface="Tahoma"/>
              </a:rPr>
              <a:t>To honor group confidentiality</a:t>
            </a:r>
            <a:endParaRPr sz="2900"/>
          </a:p>
          <a:p>
            <a:pPr marL="742950" lvl="1" indent="-292100" algn="l" rtl="0">
              <a:lnSpc>
                <a:spcPct val="100000"/>
              </a:lnSpc>
              <a:spcBef>
                <a:spcPts val="560"/>
              </a:spcBef>
              <a:spcAft>
                <a:spcPts val="0"/>
              </a:spcAft>
              <a:buClr>
                <a:schemeClr val="dk1"/>
              </a:buClr>
              <a:buSzPts val="2900"/>
              <a:buFont typeface="Tahoma"/>
              <a:buChar char="–"/>
            </a:pPr>
            <a:r>
              <a:rPr lang="en-US" sz="2900" b="1" i="0" u="none">
                <a:solidFill>
                  <a:schemeClr val="dk1"/>
                </a:solidFill>
                <a:latin typeface="Tahoma"/>
                <a:ea typeface="Tahoma"/>
                <a:cs typeface="Tahoma"/>
                <a:sym typeface="Tahoma"/>
              </a:rPr>
              <a:t>To risk and trust in relationship with others</a:t>
            </a:r>
            <a:endParaRPr sz="2900"/>
          </a:p>
          <a:p>
            <a:pPr marL="742950" lvl="1" indent="-292100" algn="l" rtl="0">
              <a:lnSpc>
                <a:spcPct val="100000"/>
              </a:lnSpc>
              <a:spcBef>
                <a:spcPts val="560"/>
              </a:spcBef>
              <a:spcAft>
                <a:spcPts val="0"/>
              </a:spcAft>
              <a:buClr>
                <a:schemeClr val="dk1"/>
              </a:buClr>
              <a:buSzPts val="2900"/>
              <a:buFont typeface="Tahoma"/>
              <a:buChar char="–"/>
            </a:pPr>
            <a:r>
              <a:rPr lang="en-US" sz="2900" b="1" i="0" u="none">
                <a:solidFill>
                  <a:schemeClr val="dk1"/>
                </a:solidFill>
                <a:latin typeface="Tahoma"/>
                <a:ea typeface="Tahoma"/>
                <a:cs typeface="Tahoma"/>
                <a:sym typeface="Tahoma"/>
              </a:rPr>
              <a:t>To stay focused, involved on task</a:t>
            </a:r>
            <a:endParaRPr sz="2900"/>
          </a:p>
          <a:p>
            <a:pPr marL="742950" lvl="1" indent="-292100" algn="l" rtl="0">
              <a:lnSpc>
                <a:spcPct val="100000"/>
              </a:lnSpc>
              <a:spcBef>
                <a:spcPts val="560"/>
              </a:spcBef>
              <a:spcAft>
                <a:spcPts val="0"/>
              </a:spcAft>
              <a:buClr>
                <a:schemeClr val="dk1"/>
              </a:buClr>
              <a:buSzPts val="2900"/>
              <a:buFont typeface="Tahoma"/>
              <a:buChar char="–"/>
            </a:pPr>
            <a:r>
              <a:rPr lang="en-US" sz="2900" b="1" i="0" u="none">
                <a:solidFill>
                  <a:schemeClr val="dk1"/>
                </a:solidFill>
                <a:latin typeface="Tahoma"/>
                <a:ea typeface="Tahoma"/>
                <a:cs typeface="Tahoma"/>
                <a:sym typeface="Tahoma"/>
              </a:rPr>
              <a:t>To support selected lead counselor in all areas of leader responsibilities</a:t>
            </a:r>
            <a:endParaRPr sz="2900"/>
          </a:p>
          <a:p>
            <a:pPr marL="742950" lvl="1" indent="-285750" algn="l" rtl="0">
              <a:lnSpc>
                <a:spcPct val="100000"/>
              </a:lnSpc>
              <a:spcBef>
                <a:spcPts val="640"/>
              </a:spcBef>
              <a:spcAft>
                <a:spcPts val="0"/>
              </a:spcAft>
              <a:buClr>
                <a:schemeClr val="dk1"/>
              </a:buClr>
              <a:buSzPts val="2800"/>
              <a:buFont typeface="Tahoma"/>
              <a:buChar char="–"/>
            </a:pPr>
            <a:r>
              <a:rPr lang="en-US" sz="2900" b="1" i="0" u="none">
                <a:solidFill>
                  <a:schemeClr val="dk1"/>
                </a:solidFill>
                <a:latin typeface="Tahoma"/>
                <a:ea typeface="Tahoma"/>
                <a:cs typeface="Tahoma"/>
                <a:sym typeface="Tahoma"/>
              </a:rPr>
              <a:t>Follow BLD’s -  </a:t>
            </a:r>
            <a:r>
              <a:rPr lang="en-US" sz="3300" b="1" i="0" u="none">
                <a:solidFill>
                  <a:schemeClr val="dk1"/>
                </a:solidFill>
                <a:latin typeface="Tahoma"/>
                <a:ea typeface="Tahoma"/>
                <a:cs typeface="Tahoma"/>
                <a:sym typeface="Tahoma"/>
              </a:rPr>
              <a:t>L I P J A S</a:t>
            </a:r>
            <a:endParaRPr sz="2900"/>
          </a:p>
          <a:p>
            <a:pPr marL="342900" lvl="0" indent="-139700" algn="l" rtl="0">
              <a:spcBef>
                <a:spcPts val="640"/>
              </a:spcBef>
              <a:spcAft>
                <a:spcPts val="0"/>
              </a:spcAft>
              <a:buClr>
                <a:schemeClr val="dk1"/>
              </a:buClr>
              <a:buSzPts val="3200"/>
              <a:buFont typeface="Tahoma"/>
              <a:buNone/>
            </a:pPr>
            <a:endParaRPr sz="3200" b="1" i="0" u="none">
              <a:solidFill>
                <a:schemeClr val="dk1"/>
              </a:solidFill>
              <a:latin typeface="Tahoma"/>
              <a:ea typeface="Tahoma"/>
              <a:cs typeface="Tahoma"/>
              <a:sym typeface="Tahom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66"/>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Tahoma"/>
              <a:buNone/>
            </a:pPr>
            <a:r>
              <a:rPr lang="en-US" sz="4400" b="1" i="0" u="none">
                <a:solidFill>
                  <a:schemeClr val="dk1"/>
                </a:solidFill>
                <a:latin typeface="Tahoma"/>
                <a:ea typeface="Tahoma"/>
                <a:cs typeface="Tahoma"/>
                <a:sym typeface="Tahoma"/>
              </a:rPr>
              <a:t>SMALL GROUPS</a:t>
            </a:r>
            <a:endParaRPr/>
          </a:p>
        </p:txBody>
      </p:sp>
      <p:sp>
        <p:nvSpPr>
          <p:cNvPr id="506" name="Google Shape;506;p66"/>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533400" lvl="0" indent="-546100" algn="l" rtl="0">
              <a:lnSpc>
                <a:spcPct val="100000"/>
              </a:lnSpc>
              <a:spcBef>
                <a:spcPts val="0"/>
              </a:spcBef>
              <a:spcAft>
                <a:spcPts val="0"/>
              </a:spcAft>
              <a:buClr>
                <a:schemeClr val="dk1"/>
              </a:buClr>
              <a:buSzPts val="3400"/>
              <a:buFont typeface="Tahoma"/>
              <a:buChar char="•"/>
            </a:pPr>
            <a:r>
              <a:rPr lang="en-US" sz="3400" b="1" i="0" u="sng">
                <a:solidFill>
                  <a:schemeClr val="dk1"/>
                </a:solidFill>
                <a:latin typeface="Tahoma"/>
                <a:ea typeface="Tahoma"/>
                <a:cs typeface="Tahoma"/>
                <a:sym typeface="Tahoma"/>
              </a:rPr>
              <a:t>Small group guidelines:</a:t>
            </a:r>
            <a:endParaRPr sz="3400"/>
          </a:p>
          <a:p>
            <a:pPr marL="914400" lvl="1" indent="-469900" algn="l" rtl="0">
              <a:lnSpc>
                <a:spcPct val="100000"/>
              </a:lnSpc>
              <a:spcBef>
                <a:spcPts val="560"/>
              </a:spcBef>
              <a:spcAft>
                <a:spcPts val="0"/>
              </a:spcAft>
              <a:buClr>
                <a:schemeClr val="dk1"/>
              </a:buClr>
              <a:buSzPts val="3000"/>
              <a:buFont typeface="Tahoma"/>
              <a:buChar char="–"/>
            </a:pPr>
            <a:r>
              <a:rPr lang="en-US" sz="3000" b="1" i="0" u="none">
                <a:solidFill>
                  <a:schemeClr val="dk1"/>
                </a:solidFill>
                <a:latin typeface="Tahoma"/>
                <a:ea typeface="Tahoma"/>
                <a:cs typeface="Tahoma"/>
                <a:sym typeface="Tahoma"/>
              </a:rPr>
              <a:t>To actively listen to one another</a:t>
            </a:r>
            <a:endParaRPr sz="3000"/>
          </a:p>
          <a:p>
            <a:pPr marL="1714500" lvl="3" indent="-355600" algn="l" rtl="0">
              <a:lnSpc>
                <a:spcPct val="100000"/>
              </a:lnSpc>
              <a:spcBef>
                <a:spcPts val="400"/>
              </a:spcBef>
              <a:spcAft>
                <a:spcPts val="0"/>
              </a:spcAft>
              <a:buClr>
                <a:schemeClr val="dk1"/>
              </a:buClr>
              <a:buSzPts val="2200"/>
              <a:buFont typeface="Tahoma"/>
              <a:buAutoNum type="arabicPeriod"/>
            </a:pPr>
            <a:r>
              <a:rPr lang="en-US" sz="2200" b="1" i="0" u="none">
                <a:solidFill>
                  <a:schemeClr val="dk1"/>
                </a:solidFill>
                <a:latin typeface="Tahoma"/>
                <a:ea typeface="Tahoma"/>
                <a:cs typeface="Tahoma"/>
                <a:sym typeface="Tahoma"/>
              </a:rPr>
              <a:t>Create an atmosphere of trust</a:t>
            </a:r>
            <a:endParaRPr sz="2200"/>
          </a:p>
          <a:p>
            <a:pPr marL="1714500" lvl="3" indent="-355600" algn="l" rtl="0">
              <a:lnSpc>
                <a:spcPct val="100000"/>
              </a:lnSpc>
              <a:spcBef>
                <a:spcPts val="400"/>
              </a:spcBef>
              <a:spcAft>
                <a:spcPts val="0"/>
              </a:spcAft>
              <a:buClr>
                <a:schemeClr val="dk1"/>
              </a:buClr>
              <a:buSzPts val="2200"/>
              <a:buFont typeface="Tahoma"/>
              <a:buAutoNum type="arabicPeriod"/>
            </a:pPr>
            <a:r>
              <a:rPr lang="en-US" sz="2200" b="1" i="0" u="none">
                <a:solidFill>
                  <a:schemeClr val="dk1"/>
                </a:solidFill>
                <a:latin typeface="Tahoma"/>
                <a:ea typeface="Tahoma"/>
                <a:cs typeface="Tahoma"/>
                <a:sym typeface="Tahoma"/>
              </a:rPr>
              <a:t>Establish relationship</a:t>
            </a:r>
            <a:endParaRPr sz="2200"/>
          </a:p>
          <a:p>
            <a:pPr marL="1714500" lvl="3" indent="-355600" algn="l" rtl="0">
              <a:lnSpc>
                <a:spcPct val="100000"/>
              </a:lnSpc>
              <a:spcBef>
                <a:spcPts val="400"/>
              </a:spcBef>
              <a:spcAft>
                <a:spcPts val="0"/>
              </a:spcAft>
              <a:buClr>
                <a:schemeClr val="dk1"/>
              </a:buClr>
              <a:buSzPts val="2200"/>
              <a:buFont typeface="Tahoma"/>
              <a:buAutoNum type="arabicPeriod"/>
            </a:pPr>
            <a:r>
              <a:rPr lang="en-US" sz="2200" b="1" i="0" u="none">
                <a:solidFill>
                  <a:schemeClr val="dk1"/>
                </a:solidFill>
                <a:latin typeface="Tahoma"/>
                <a:ea typeface="Tahoma"/>
                <a:cs typeface="Tahoma"/>
                <a:sym typeface="Tahoma"/>
              </a:rPr>
              <a:t>Give yourself time to discern and pray</a:t>
            </a:r>
            <a:endParaRPr sz="2200"/>
          </a:p>
          <a:p>
            <a:pPr marL="914400" lvl="1" indent="-469900" algn="l" rtl="0">
              <a:lnSpc>
                <a:spcPct val="100000"/>
              </a:lnSpc>
              <a:spcBef>
                <a:spcPts val="560"/>
              </a:spcBef>
              <a:spcAft>
                <a:spcPts val="0"/>
              </a:spcAft>
              <a:buClr>
                <a:schemeClr val="dk1"/>
              </a:buClr>
              <a:buSzPts val="3000"/>
              <a:buFont typeface="Tahoma"/>
              <a:buChar char="–"/>
            </a:pPr>
            <a:r>
              <a:rPr lang="en-US" sz="3000" b="1" i="0" u="none">
                <a:solidFill>
                  <a:schemeClr val="dk1"/>
                </a:solidFill>
                <a:latin typeface="Tahoma"/>
                <a:ea typeface="Tahoma"/>
                <a:cs typeface="Tahoma"/>
                <a:sym typeface="Tahoma"/>
              </a:rPr>
              <a:t>To ask questions</a:t>
            </a:r>
            <a:endParaRPr sz="3000"/>
          </a:p>
          <a:p>
            <a:pPr marL="1714500" lvl="3" indent="-355600" algn="l" rtl="0">
              <a:lnSpc>
                <a:spcPct val="100000"/>
              </a:lnSpc>
              <a:spcBef>
                <a:spcPts val="400"/>
              </a:spcBef>
              <a:spcAft>
                <a:spcPts val="0"/>
              </a:spcAft>
              <a:buClr>
                <a:schemeClr val="dk1"/>
              </a:buClr>
              <a:buSzPts val="2200"/>
              <a:buFont typeface="Tahoma"/>
              <a:buAutoNum type="arabicPeriod"/>
            </a:pPr>
            <a:r>
              <a:rPr lang="en-US" sz="2200" b="1" i="0" u="none">
                <a:solidFill>
                  <a:schemeClr val="dk1"/>
                </a:solidFill>
                <a:latin typeface="Tahoma"/>
                <a:ea typeface="Tahoma"/>
                <a:cs typeface="Tahoma"/>
                <a:sym typeface="Tahoma"/>
              </a:rPr>
              <a:t>Expand and clarify your understanding</a:t>
            </a:r>
            <a:endParaRPr sz="2200"/>
          </a:p>
          <a:p>
            <a:pPr marL="1714500" lvl="3" indent="-355600" algn="l" rtl="0">
              <a:lnSpc>
                <a:spcPct val="100000"/>
              </a:lnSpc>
              <a:spcBef>
                <a:spcPts val="400"/>
              </a:spcBef>
              <a:spcAft>
                <a:spcPts val="0"/>
              </a:spcAft>
              <a:buClr>
                <a:schemeClr val="dk1"/>
              </a:buClr>
              <a:buSzPts val="2200"/>
              <a:buFont typeface="Tahoma"/>
              <a:buAutoNum type="arabicPeriod"/>
            </a:pPr>
            <a:r>
              <a:rPr lang="en-US" sz="2200" b="1" i="0" u="none">
                <a:solidFill>
                  <a:schemeClr val="dk1"/>
                </a:solidFill>
                <a:latin typeface="Tahoma"/>
                <a:ea typeface="Tahoma"/>
                <a:cs typeface="Tahoma"/>
                <a:sym typeface="Tahoma"/>
              </a:rPr>
              <a:t>Enable the person to find release talking it out</a:t>
            </a:r>
            <a:endParaRPr sz="22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67"/>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Tahoma"/>
              <a:buNone/>
            </a:pPr>
            <a:r>
              <a:rPr lang="en-US" sz="4400" b="1" i="0" u="none">
                <a:solidFill>
                  <a:schemeClr val="dk1"/>
                </a:solidFill>
                <a:latin typeface="Tahoma"/>
                <a:ea typeface="Tahoma"/>
                <a:cs typeface="Tahoma"/>
                <a:sym typeface="Tahoma"/>
              </a:rPr>
              <a:t>SMALL GROUPS</a:t>
            </a:r>
            <a:endParaRPr/>
          </a:p>
        </p:txBody>
      </p:sp>
      <p:sp>
        <p:nvSpPr>
          <p:cNvPr id="513" name="Google Shape;513;p67"/>
          <p:cNvSpPr txBox="1">
            <a:spLocks noGrp="1"/>
          </p:cNvSpPr>
          <p:nvPr>
            <p:ph type="body" idx="1"/>
          </p:nvPr>
        </p:nvSpPr>
        <p:spPr>
          <a:xfrm>
            <a:off x="457200" y="1600200"/>
            <a:ext cx="8229600" cy="5167800"/>
          </a:xfrm>
          <a:prstGeom prst="rect">
            <a:avLst/>
          </a:prstGeom>
          <a:noFill/>
          <a:ln>
            <a:noFill/>
          </a:ln>
        </p:spPr>
        <p:txBody>
          <a:bodyPr spcFirstLastPara="1" wrap="square" lIns="91425" tIns="45700" rIns="91425" bIns="45700" anchor="t" anchorCtr="0">
            <a:noAutofit/>
          </a:bodyPr>
          <a:lstStyle/>
          <a:p>
            <a:pPr marL="990600" lvl="1" indent="-539750" algn="l" rtl="0">
              <a:lnSpc>
                <a:spcPct val="100000"/>
              </a:lnSpc>
              <a:spcBef>
                <a:spcPts val="0"/>
              </a:spcBef>
              <a:spcAft>
                <a:spcPts val="0"/>
              </a:spcAft>
              <a:buClr>
                <a:schemeClr val="dk1"/>
              </a:buClr>
              <a:buSzPts val="2900"/>
              <a:buFont typeface="Tahoma"/>
              <a:buChar char="–"/>
            </a:pPr>
            <a:r>
              <a:rPr lang="en-US" sz="2900" b="1" i="0" u="none">
                <a:solidFill>
                  <a:schemeClr val="dk1"/>
                </a:solidFill>
                <a:latin typeface="Tahoma"/>
                <a:ea typeface="Tahoma"/>
                <a:cs typeface="Tahoma"/>
                <a:sym typeface="Tahoma"/>
              </a:rPr>
              <a:t>To discern needs and respond sensitively</a:t>
            </a:r>
            <a:endParaRPr sz="2900"/>
          </a:p>
          <a:p>
            <a:pPr marL="990600" lvl="1" indent="-539750" algn="l" rtl="0">
              <a:lnSpc>
                <a:spcPct val="100000"/>
              </a:lnSpc>
              <a:spcBef>
                <a:spcPts val="560"/>
              </a:spcBef>
              <a:spcAft>
                <a:spcPts val="0"/>
              </a:spcAft>
              <a:buClr>
                <a:schemeClr val="dk1"/>
              </a:buClr>
              <a:buSzPts val="2900"/>
              <a:buFont typeface="Tahoma"/>
              <a:buChar char="–"/>
            </a:pPr>
            <a:r>
              <a:rPr lang="en-US" sz="2900" b="1" i="0" u="none">
                <a:solidFill>
                  <a:schemeClr val="dk1"/>
                </a:solidFill>
                <a:latin typeface="Tahoma"/>
                <a:ea typeface="Tahoma"/>
                <a:cs typeface="Tahoma"/>
                <a:sym typeface="Tahoma"/>
              </a:rPr>
              <a:t>Even when experience or knowledge leads you to suspect certain roots to problems, it is important to respond carefully</a:t>
            </a:r>
            <a:endParaRPr sz="2900"/>
          </a:p>
          <a:p>
            <a:pPr marL="1752600" lvl="3" indent="-387350" algn="l" rtl="0">
              <a:lnSpc>
                <a:spcPct val="100000"/>
              </a:lnSpc>
              <a:spcBef>
                <a:spcPts val="400"/>
              </a:spcBef>
              <a:spcAft>
                <a:spcPts val="0"/>
              </a:spcAft>
              <a:buClr>
                <a:schemeClr val="dk1"/>
              </a:buClr>
              <a:buSzPts val="2100"/>
              <a:buFont typeface="Tahoma"/>
              <a:buAutoNum type="alphaLcPeriod"/>
            </a:pPr>
            <a:r>
              <a:rPr lang="en-US" sz="2100" b="1" i="0" u="none">
                <a:solidFill>
                  <a:schemeClr val="dk1"/>
                </a:solidFill>
                <a:latin typeface="Tahoma"/>
                <a:ea typeface="Tahoma"/>
                <a:cs typeface="Tahoma"/>
                <a:sym typeface="Tahoma"/>
              </a:rPr>
              <a:t>Store information/understanding/revelation for later confirmation</a:t>
            </a:r>
            <a:endParaRPr sz="2100"/>
          </a:p>
          <a:p>
            <a:pPr marL="1752600" lvl="3" indent="-387350" algn="l" rtl="0">
              <a:lnSpc>
                <a:spcPct val="100000"/>
              </a:lnSpc>
              <a:spcBef>
                <a:spcPts val="400"/>
              </a:spcBef>
              <a:spcAft>
                <a:spcPts val="0"/>
              </a:spcAft>
              <a:buClr>
                <a:schemeClr val="dk1"/>
              </a:buClr>
              <a:buSzPts val="2100"/>
              <a:buFont typeface="Tahoma"/>
              <a:buAutoNum type="alphaLcPeriod"/>
            </a:pPr>
            <a:r>
              <a:rPr lang="en-US" sz="2100" b="1" i="0" u="none">
                <a:solidFill>
                  <a:schemeClr val="dk1"/>
                </a:solidFill>
                <a:latin typeface="Tahoma"/>
                <a:ea typeface="Tahoma"/>
                <a:cs typeface="Tahoma"/>
                <a:sym typeface="Tahoma"/>
              </a:rPr>
              <a:t>Don’t interpret too soon</a:t>
            </a:r>
            <a:endParaRPr sz="2100"/>
          </a:p>
          <a:p>
            <a:pPr marL="1752600" lvl="3" indent="-387350" algn="l" rtl="0">
              <a:lnSpc>
                <a:spcPct val="100000"/>
              </a:lnSpc>
              <a:spcBef>
                <a:spcPts val="400"/>
              </a:spcBef>
              <a:spcAft>
                <a:spcPts val="0"/>
              </a:spcAft>
              <a:buClr>
                <a:schemeClr val="dk1"/>
              </a:buClr>
              <a:buSzPts val="2100"/>
              <a:buFont typeface="Tahoma"/>
              <a:buAutoNum type="alphaLcPeriod"/>
            </a:pPr>
            <a:r>
              <a:rPr lang="en-US" sz="2100" b="1" i="0" u="none">
                <a:solidFill>
                  <a:schemeClr val="dk1"/>
                </a:solidFill>
                <a:latin typeface="Tahoma"/>
                <a:ea typeface="Tahoma"/>
                <a:cs typeface="Tahoma"/>
                <a:sym typeface="Tahoma"/>
              </a:rPr>
              <a:t>Don’t insist on the correctness of your discernment</a:t>
            </a:r>
            <a:endParaRPr sz="2100"/>
          </a:p>
          <a:p>
            <a:pPr marL="1752600" lvl="3" indent="-387350" algn="l" rtl="0">
              <a:lnSpc>
                <a:spcPct val="100000"/>
              </a:lnSpc>
              <a:spcBef>
                <a:spcPts val="400"/>
              </a:spcBef>
              <a:spcAft>
                <a:spcPts val="0"/>
              </a:spcAft>
              <a:buClr>
                <a:schemeClr val="dk1"/>
              </a:buClr>
              <a:buSzPts val="2100"/>
              <a:buFont typeface="Tahoma"/>
              <a:buAutoNum type="alphaLcPeriod"/>
            </a:pPr>
            <a:r>
              <a:rPr lang="en-US" sz="2100" b="1" i="0" u="none">
                <a:solidFill>
                  <a:schemeClr val="dk1"/>
                </a:solidFill>
                <a:latin typeface="Tahoma"/>
                <a:ea typeface="Tahoma"/>
                <a:cs typeface="Tahoma"/>
                <a:sym typeface="Tahoma"/>
              </a:rPr>
              <a:t>Don’t gang up or ply with questions</a:t>
            </a:r>
            <a:endParaRPr sz="2100"/>
          </a:p>
          <a:p>
            <a:pPr marL="342900" lvl="0" indent="-215900" algn="l" rtl="0">
              <a:spcBef>
                <a:spcPts val="400"/>
              </a:spcBef>
              <a:spcAft>
                <a:spcPts val="0"/>
              </a:spcAft>
              <a:buClr>
                <a:schemeClr val="dk1"/>
              </a:buClr>
              <a:buSzPts val="2000"/>
              <a:buFont typeface="Tahoma"/>
              <a:buNone/>
            </a:pPr>
            <a:endParaRPr sz="2000" b="1" i="0" u="none">
              <a:solidFill>
                <a:schemeClr val="dk1"/>
              </a:solidFill>
              <a:latin typeface="Tahoma"/>
              <a:ea typeface="Tahoma"/>
              <a:cs typeface="Tahoma"/>
              <a:sym typeface="Tahom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8"/>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Tahoma"/>
              <a:buNone/>
            </a:pPr>
            <a:r>
              <a:rPr lang="en-US" sz="4400" b="1" i="0" u="none">
                <a:solidFill>
                  <a:schemeClr val="dk1"/>
                </a:solidFill>
                <a:latin typeface="Tahoma"/>
                <a:ea typeface="Tahoma"/>
                <a:cs typeface="Tahoma"/>
                <a:sym typeface="Tahoma"/>
              </a:rPr>
              <a:t>SMALL GROUPS</a:t>
            </a:r>
            <a:endParaRPr/>
          </a:p>
        </p:txBody>
      </p:sp>
      <p:sp>
        <p:nvSpPr>
          <p:cNvPr id="520" name="Google Shape;520;p68"/>
          <p:cNvSpPr txBox="1">
            <a:spLocks noGrp="1"/>
          </p:cNvSpPr>
          <p:nvPr>
            <p:ph type="body" idx="1"/>
          </p:nvPr>
        </p:nvSpPr>
        <p:spPr>
          <a:xfrm>
            <a:off x="457200" y="1600200"/>
            <a:ext cx="8229600" cy="4800600"/>
          </a:xfrm>
          <a:prstGeom prst="rect">
            <a:avLst/>
          </a:prstGeom>
          <a:noFill/>
          <a:ln>
            <a:noFill/>
          </a:ln>
        </p:spPr>
        <p:txBody>
          <a:bodyPr spcFirstLastPara="1" wrap="square" lIns="91425" tIns="45700" rIns="91425" bIns="45700" anchor="t" anchorCtr="0">
            <a:noAutofit/>
          </a:bodyPr>
          <a:lstStyle/>
          <a:p>
            <a:pPr marL="990600" lvl="1" indent="-533400" algn="l" rtl="0">
              <a:lnSpc>
                <a:spcPct val="100000"/>
              </a:lnSpc>
              <a:spcBef>
                <a:spcPts val="0"/>
              </a:spcBef>
              <a:spcAft>
                <a:spcPts val="0"/>
              </a:spcAft>
              <a:buClr>
                <a:schemeClr val="dk1"/>
              </a:buClr>
              <a:buSzPts val="2800"/>
              <a:buFont typeface="Tahoma"/>
              <a:buChar char="–"/>
            </a:pPr>
            <a:r>
              <a:rPr lang="en-US" b="1" i="0" u="none">
                <a:solidFill>
                  <a:schemeClr val="dk1"/>
                </a:solidFill>
                <a:latin typeface="Tahoma"/>
                <a:ea typeface="Tahoma"/>
                <a:cs typeface="Tahoma"/>
                <a:sym typeface="Tahoma"/>
              </a:rPr>
              <a:t>Listen to God throughout prayer counseling  time.  Expect to hear God through:</a:t>
            </a:r>
            <a:endParaRPr/>
          </a:p>
          <a:p>
            <a:pPr marL="1371600" lvl="2" indent="-457200" algn="l" rtl="0">
              <a:lnSpc>
                <a:spcPct val="100000"/>
              </a:lnSpc>
              <a:spcBef>
                <a:spcPts val="480"/>
              </a:spcBef>
              <a:spcAft>
                <a:spcPts val="0"/>
              </a:spcAft>
              <a:buClr>
                <a:schemeClr val="dk1"/>
              </a:buClr>
              <a:buSzPts val="2400"/>
              <a:buFont typeface="Tahoma"/>
              <a:buAutoNum type="alphaLcPeriod"/>
            </a:pPr>
            <a:r>
              <a:rPr lang="en-US" b="1" i="0" u="none">
                <a:solidFill>
                  <a:schemeClr val="dk1"/>
                </a:solidFill>
                <a:latin typeface="Tahoma"/>
                <a:ea typeface="Tahoma"/>
                <a:cs typeface="Tahoma"/>
                <a:sym typeface="Tahoma"/>
              </a:rPr>
              <a:t>Visions</a:t>
            </a:r>
            <a:endParaRPr/>
          </a:p>
          <a:p>
            <a:pPr marL="1371600" lvl="2" indent="-457200" algn="l" rtl="0">
              <a:lnSpc>
                <a:spcPct val="100000"/>
              </a:lnSpc>
              <a:spcBef>
                <a:spcPts val="480"/>
              </a:spcBef>
              <a:spcAft>
                <a:spcPts val="0"/>
              </a:spcAft>
              <a:buClr>
                <a:schemeClr val="dk1"/>
              </a:buClr>
              <a:buSzPts val="2400"/>
              <a:buFont typeface="Tahoma"/>
              <a:buAutoNum type="alphaLcPeriod"/>
            </a:pPr>
            <a:r>
              <a:rPr lang="en-US" b="1" i="0" u="none">
                <a:solidFill>
                  <a:schemeClr val="dk1"/>
                </a:solidFill>
                <a:latin typeface="Tahoma"/>
                <a:ea typeface="Tahoma"/>
                <a:cs typeface="Tahoma"/>
                <a:sym typeface="Tahoma"/>
              </a:rPr>
              <a:t>An audible voice (rare)</a:t>
            </a:r>
            <a:endParaRPr/>
          </a:p>
          <a:p>
            <a:pPr marL="1371600" lvl="2" indent="-457200" algn="l" rtl="0">
              <a:lnSpc>
                <a:spcPct val="100000"/>
              </a:lnSpc>
              <a:spcBef>
                <a:spcPts val="480"/>
              </a:spcBef>
              <a:spcAft>
                <a:spcPts val="0"/>
              </a:spcAft>
              <a:buClr>
                <a:schemeClr val="dk1"/>
              </a:buClr>
              <a:buSzPts val="2400"/>
              <a:buFont typeface="Tahoma"/>
              <a:buAutoNum type="alphaLcPeriod"/>
            </a:pPr>
            <a:r>
              <a:rPr lang="en-US" b="1" i="0" u="none">
                <a:solidFill>
                  <a:schemeClr val="dk1"/>
                </a:solidFill>
                <a:latin typeface="Tahoma"/>
                <a:ea typeface="Tahoma"/>
                <a:cs typeface="Tahoma"/>
                <a:sym typeface="Tahoma"/>
              </a:rPr>
              <a:t>Words of knowledge</a:t>
            </a:r>
            <a:endParaRPr/>
          </a:p>
          <a:p>
            <a:pPr marL="1371600" lvl="2" indent="-457200" algn="l" rtl="0">
              <a:lnSpc>
                <a:spcPct val="100000"/>
              </a:lnSpc>
              <a:spcBef>
                <a:spcPts val="480"/>
              </a:spcBef>
              <a:spcAft>
                <a:spcPts val="0"/>
              </a:spcAft>
              <a:buClr>
                <a:schemeClr val="dk1"/>
              </a:buClr>
              <a:buSzPts val="2400"/>
              <a:buFont typeface="Tahoma"/>
              <a:buAutoNum type="alphaLcPeriod"/>
            </a:pPr>
            <a:r>
              <a:rPr lang="en-US" b="1" i="0" u="none">
                <a:solidFill>
                  <a:schemeClr val="dk1"/>
                </a:solidFill>
                <a:latin typeface="Tahoma"/>
                <a:ea typeface="Tahoma"/>
                <a:cs typeface="Tahoma"/>
                <a:sym typeface="Tahoma"/>
              </a:rPr>
              <a:t>Dreams</a:t>
            </a:r>
            <a:endParaRPr/>
          </a:p>
          <a:p>
            <a:pPr marL="990600" lvl="1" indent="-533400" algn="l" rtl="0">
              <a:lnSpc>
                <a:spcPct val="100000"/>
              </a:lnSpc>
              <a:spcBef>
                <a:spcPts val="560"/>
              </a:spcBef>
              <a:spcAft>
                <a:spcPts val="0"/>
              </a:spcAft>
              <a:buClr>
                <a:schemeClr val="dk1"/>
              </a:buClr>
              <a:buSzPts val="2800"/>
              <a:buFont typeface="Tahoma"/>
              <a:buChar char="-"/>
            </a:pPr>
            <a:r>
              <a:rPr lang="en-US" b="1" i="0" u="none">
                <a:solidFill>
                  <a:schemeClr val="dk1"/>
                </a:solidFill>
                <a:latin typeface="Tahoma"/>
                <a:ea typeface="Tahoma"/>
                <a:cs typeface="Tahoma"/>
                <a:sym typeface="Tahoma"/>
              </a:rPr>
              <a:t>Act on the basis of what you’ve learned</a:t>
            </a:r>
            <a:endParaRPr/>
          </a:p>
          <a:p>
            <a:pPr marL="990600" lvl="1" indent="-533400" algn="l" rtl="0">
              <a:lnSpc>
                <a:spcPct val="100000"/>
              </a:lnSpc>
              <a:spcBef>
                <a:spcPts val="560"/>
              </a:spcBef>
              <a:spcAft>
                <a:spcPts val="0"/>
              </a:spcAft>
              <a:buClr>
                <a:schemeClr val="dk1"/>
              </a:buClr>
              <a:buSzPts val="2800"/>
              <a:buFont typeface="Tahoma"/>
              <a:buChar char="-"/>
            </a:pPr>
            <a:r>
              <a:rPr lang="en-US" b="1" i="0" u="none">
                <a:solidFill>
                  <a:schemeClr val="dk1"/>
                </a:solidFill>
                <a:latin typeface="Tahoma"/>
                <a:ea typeface="Tahoma"/>
                <a:cs typeface="Tahoma"/>
                <a:sym typeface="Tahoma"/>
              </a:rPr>
              <a:t>Treat one another with the gentleness and sensitivity Jesus would use</a:t>
            </a:r>
            <a:endParaRPr/>
          </a:p>
          <a:p>
            <a:pPr marL="342900" lvl="0" indent="-165100" algn="l" rtl="0">
              <a:spcBef>
                <a:spcPts val="560"/>
              </a:spcBef>
              <a:spcAft>
                <a:spcPts val="0"/>
              </a:spcAft>
              <a:buClr>
                <a:schemeClr val="dk1"/>
              </a:buClr>
              <a:buSzPts val="2800"/>
              <a:buFont typeface="Tahoma"/>
              <a:buNone/>
            </a:pPr>
            <a:endParaRPr sz="2800" b="1" i="0" u="none">
              <a:solidFill>
                <a:schemeClr val="dk1"/>
              </a:solidFill>
              <a:latin typeface="Tahoma"/>
              <a:ea typeface="Tahoma"/>
              <a:cs typeface="Tahoma"/>
              <a:sym typeface="Tahom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69"/>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Tahoma"/>
              <a:buNone/>
            </a:pPr>
            <a:r>
              <a:rPr lang="en-US" sz="4400" b="1" i="0" u="none">
                <a:solidFill>
                  <a:schemeClr val="dk1"/>
                </a:solidFill>
                <a:latin typeface="Tahoma"/>
                <a:ea typeface="Tahoma"/>
                <a:cs typeface="Tahoma"/>
                <a:sym typeface="Tahoma"/>
              </a:rPr>
              <a:t>SMALL GROUPS</a:t>
            </a:r>
            <a:endParaRPr/>
          </a:p>
        </p:txBody>
      </p:sp>
      <p:sp>
        <p:nvSpPr>
          <p:cNvPr id="527" name="Google Shape;527;p69"/>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3200"/>
              <a:buFont typeface="Tahoma"/>
              <a:buChar char="•"/>
            </a:pPr>
            <a:r>
              <a:rPr lang="en-US" sz="3200" b="1" i="0" u="sng">
                <a:solidFill>
                  <a:schemeClr val="dk1"/>
                </a:solidFill>
                <a:latin typeface="Tahoma"/>
                <a:ea typeface="Tahoma"/>
                <a:cs typeface="Tahoma"/>
                <a:sym typeface="Tahoma"/>
              </a:rPr>
              <a:t>Small group guidelines:</a:t>
            </a:r>
            <a:endParaRPr/>
          </a:p>
          <a:p>
            <a:pPr marL="742950" lvl="1" indent="-285750" algn="l" rtl="0">
              <a:lnSpc>
                <a:spcPct val="90000"/>
              </a:lnSpc>
              <a:spcBef>
                <a:spcPts val="560"/>
              </a:spcBef>
              <a:spcAft>
                <a:spcPts val="0"/>
              </a:spcAft>
              <a:buClr>
                <a:schemeClr val="dk1"/>
              </a:buClr>
              <a:buSzPts val="2800"/>
              <a:buFont typeface="Tahoma"/>
              <a:buChar char="–"/>
            </a:pPr>
            <a:r>
              <a:rPr lang="en-US" sz="2800" b="1" i="0" u="none">
                <a:solidFill>
                  <a:schemeClr val="dk1"/>
                </a:solidFill>
                <a:latin typeface="Tahoma"/>
                <a:ea typeface="Tahoma"/>
                <a:cs typeface="Tahoma"/>
                <a:sym typeface="Tahoma"/>
              </a:rPr>
              <a:t>Ask permission to touch, pray for, and honor “no”</a:t>
            </a:r>
            <a:endParaRPr/>
          </a:p>
          <a:p>
            <a:pPr marL="742950" lvl="1" indent="-285750" algn="l" rtl="0">
              <a:lnSpc>
                <a:spcPct val="90000"/>
              </a:lnSpc>
              <a:spcBef>
                <a:spcPts val="560"/>
              </a:spcBef>
              <a:spcAft>
                <a:spcPts val="0"/>
              </a:spcAft>
              <a:buClr>
                <a:schemeClr val="dk1"/>
              </a:buClr>
              <a:buSzPts val="2800"/>
              <a:buFont typeface="Tahoma"/>
              <a:buChar char="–"/>
            </a:pPr>
            <a:r>
              <a:rPr lang="en-US" sz="2800" b="1" i="0" u="none">
                <a:solidFill>
                  <a:schemeClr val="dk1"/>
                </a:solidFill>
                <a:latin typeface="Tahoma"/>
                <a:ea typeface="Tahoma"/>
                <a:cs typeface="Tahoma"/>
                <a:sym typeface="Tahoma"/>
              </a:rPr>
              <a:t>Never use guilt/condemnation to try to motivate someone to deal with an issue</a:t>
            </a:r>
            <a:endParaRPr/>
          </a:p>
          <a:p>
            <a:pPr marL="742950" lvl="1" indent="-285750" algn="l" rtl="0">
              <a:lnSpc>
                <a:spcPct val="90000"/>
              </a:lnSpc>
              <a:spcBef>
                <a:spcPts val="560"/>
              </a:spcBef>
              <a:spcAft>
                <a:spcPts val="0"/>
              </a:spcAft>
              <a:buClr>
                <a:schemeClr val="dk1"/>
              </a:buClr>
              <a:buSzPts val="2800"/>
              <a:buFont typeface="Tahoma"/>
              <a:buChar char="–"/>
            </a:pPr>
            <a:r>
              <a:rPr lang="en-US" sz="2800" b="1" i="0" u="none">
                <a:solidFill>
                  <a:schemeClr val="dk1"/>
                </a:solidFill>
                <a:latin typeface="Tahoma"/>
                <a:ea typeface="Tahoma"/>
                <a:cs typeface="Tahoma"/>
                <a:sym typeface="Tahoma"/>
              </a:rPr>
              <a:t>Realize that some need to “stay” in their pain for a while, feeling understood and receiving comfort.  Do not jump to get them healed.</a:t>
            </a:r>
            <a:endParaRPr/>
          </a:p>
          <a:p>
            <a:pPr marL="742950" lvl="1" indent="-285750" algn="l" rtl="0">
              <a:lnSpc>
                <a:spcPct val="90000"/>
              </a:lnSpc>
              <a:spcBef>
                <a:spcPts val="560"/>
              </a:spcBef>
              <a:spcAft>
                <a:spcPts val="0"/>
              </a:spcAft>
              <a:buClr>
                <a:schemeClr val="dk1"/>
              </a:buClr>
              <a:buSzPts val="2800"/>
              <a:buFont typeface="Tahoma"/>
              <a:buChar char="–"/>
            </a:pPr>
            <a:r>
              <a:rPr lang="en-US" sz="2800" b="1" i="0" u="none">
                <a:solidFill>
                  <a:schemeClr val="dk1"/>
                </a:solidFill>
                <a:latin typeface="Tahoma"/>
                <a:ea typeface="Tahoma"/>
                <a:cs typeface="Tahoma"/>
                <a:sym typeface="Tahoma"/>
              </a:rPr>
              <a:t>Begin and end on time.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70"/>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Tahoma"/>
              <a:buNone/>
            </a:pPr>
            <a:r>
              <a:rPr lang="en-US" sz="4400" b="1" i="0" u="none">
                <a:solidFill>
                  <a:schemeClr val="dk1"/>
                </a:solidFill>
                <a:latin typeface="Tahoma"/>
                <a:ea typeface="Tahoma"/>
                <a:cs typeface="Tahoma"/>
                <a:sym typeface="Tahoma"/>
              </a:rPr>
              <a:t>SMALL GROUPS</a:t>
            </a:r>
            <a:endParaRPr/>
          </a:p>
        </p:txBody>
      </p:sp>
      <p:sp>
        <p:nvSpPr>
          <p:cNvPr id="534" name="Google Shape;534;p70"/>
          <p:cNvSpPr txBox="1">
            <a:spLocks noGrp="1"/>
          </p:cNvSpPr>
          <p:nvPr>
            <p:ph type="body" idx="1"/>
          </p:nvPr>
        </p:nvSpPr>
        <p:spPr>
          <a:xfrm>
            <a:off x="457200" y="1600200"/>
            <a:ext cx="8229600" cy="5257800"/>
          </a:xfrm>
          <a:prstGeom prst="rect">
            <a:avLst/>
          </a:prstGeom>
          <a:noFill/>
          <a:ln>
            <a:noFill/>
          </a:ln>
        </p:spPr>
        <p:txBody>
          <a:bodyPr spcFirstLastPara="1" wrap="square" lIns="91425" tIns="45700" rIns="91425" bIns="45700" anchor="t" anchorCtr="0">
            <a:noAutofit/>
          </a:bodyPr>
          <a:lstStyle/>
          <a:p>
            <a:pPr marL="742950" lvl="1" indent="-298450" algn="l" rtl="0">
              <a:lnSpc>
                <a:spcPct val="100000"/>
              </a:lnSpc>
              <a:spcBef>
                <a:spcPts val="0"/>
              </a:spcBef>
              <a:spcAft>
                <a:spcPts val="0"/>
              </a:spcAft>
              <a:buClr>
                <a:schemeClr val="dk1"/>
              </a:buClr>
              <a:buSzPts val="3000"/>
              <a:buFont typeface="Tahoma"/>
              <a:buChar char="–"/>
            </a:pPr>
            <a:r>
              <a:rPr lang="en-US" sz="3000" b="1" i="0" u="none">
                <a:solidFill>
                  <a:schemeClr val="dk1"/>
                </a:solidFill>
                <a:latin typeface="Tahoma"/>
                <a:ea typeface="Tahoma"/>
                <a:cs typeface="Tahoma"/>
                <a:sym typeface="Tahoma"/>
              </a:rPr>
              <a:t>Lovingly call to obedience</a:t>
            </a:r>
            <a:endParaRPr sz="3000"/>
          </a:p>
          <a:p>
            <a:pPr marL="742950" lvl="1" indent="-285750" algn="l" rtl="0">
              <a:lnSpc>
                <a:spcPct val="100000"/>
              </a:lnSpc>
              <a:spcBef>
                <a:spcPts val="560"/>
              </a:spcBef>
              <a:spcAft>
                <a:spcPts val="0"/>
              </a:spcAft>
              <a:buClr>
                <a:schemeClr val="dk1"/>
              </a:buClr>
              <a:buSzPts val="2800"/>
              <a:buFont typeface="Tahoma"/>
              <a:buNone/>
            </a:pPr>
            <a:r>
              <a:rPr lang="en-US" sz="3000" b="1" i="0" u="none">
                <a:solidFill>
                  <a:schemeClr val="dk1"/>
                </a:solidFill>
                <a:latin typeface="Tahoma"/>
                <a:ea typeface="Tahoma"/>
                <a:cs typeface="Tahoma"/>
                <a:sym typeface="Tahoma"/>
              </a:rPr>
              <a:t>	Suggest appropriate healing assignments when time is right</a:t>
            </a:r>
            <a:endParaRPr sz="3000"/>
          </a:p>
          <a:p>
            <a:pPr marL="1143000" lvl="2" indent="-241300" algn="l" rtl="0">
              <a:lnSpc>
                <a:spcPct val="100000"/>
              </a:lnSpc>
              <a:spcBef>
                <a:spcPts val="480"/>
              </a:spcBef>
              <a:spcAft>
                <a:spcPts val="0"/>
              </a:spcAft>
              <a:buClr>
                <a:schemeClr val="dk1"/>
              </a:buClr>
              <a:buSzPts val="2600"/>
              <a:buFont typeface="Tahoma"/>
              <a:buChar char="•"/>
            </a:pPr>
            <a:r>
              <a:rPr lang="en-US" sz="2600" b="1" i="0" u="none">
                <a:solidFill>
                  <a:schemeClr val="dk1"/>
                </a:solidFill>
                <a:latin typeface="Tahoma"/>
                <a:ea typeface="Tahoma"/>
                <a:cs typeface="Tahoma"/>
                <a:sym typeface="Tahoma"/>
              </a:rPr>
              <a:t>Making amends</a:t>
            </a:r>
            <a:endParaRPr sz="2600"/>
          </a:p>
          <a:p>
            <a:pPr marL="1143000" lvl="2" indent="-241300" algn="l" rtl="0">
              <a:lnSpc>
                <a:spcPct val="100000"/>
              </a:lnSpc>
              <a:spcBef>
                <a:spcPts val="480"/>
              </a:spcBef>
              <a:spcAft>
                <a:spcPts val="0"/>
              </a:spcAft>
              <a:buClr>
                <a:schemeClr val="dk1"/>
              </a:buClr>
              <a:buSzPts val="2600"/>
              <a:buFont typeface="Tahoma"/>
              <a:buChar char="•"/>
            </a:pPr>
            <a:r>
              <a:rPr lang="en-US" sz="2600" b="1" i="0" u="none">
                <a:solidFill>
                  <a:schemeClr val="dk1"/>
                </a:solidFill>
                <a:latin typeface="Tahoma"/>
                <a:ea typeface="Tahoma"/>
                <a:cs typeface="Tahoma"/>
                <a:sym typeface="Tahoma"/>
              </a:rPr>
              <a:t>Affirming the truth</a:t>
            </a:r>
            <a:endParaRPr sz="2600"/>
          </a:p>
          <a:p>
            <a:pPr marL="1143000" lvl="2" indent="-241300" algn="l" rtl="0">
              <a:lnSpc>
                <a:spcPct val="100000"/>
              </a:lnSpc>
              <a:spcBef>
                <a:spcPts val="480"/>
              </a:spcBef>
              <a:spcAft>
                <a:spcPts val="0"/>
              </a:spcAft>
              <a:buClr>
                <a:schemeClr val="dk1"/>
              </a:buClr>
              <a:buSzPts val="2600"/>
              <a:buFont typeface="Tahoma"/>
              <a:buChar char="•"/>
            </a:pPr>
            <a:r>
              <a:rPr lang="en-US" sz="2600" b="1" i="0" u="none">
                <a:solidFill>
                  <a:schemeClr val="dk1"/>
                </a:solidFill>
                <a:latin typeface="Tahoma"/>
                <a:ea typeface="Tahoma"/>
                <a:cs typeface="Tahoma"/>
                <a:sym typeface="Tahoma"/>
              </a:rPr>
              <a:t>Establishing new patterns</a:t>
            </a:r>
            <a:endParaRPr sz="2600"/>
          </a:p>
          <a:p>
            <a:pPr marL="1143000" lvl="2" indent="-241300" algn="l" rtl="0">
              <a:lnSpc>
                <a:spcPct val="100000"/>
              </a:lnSpc>
              <a:spcBef>
                <a:spcPts val="480"/>
              </a:spcBef>
              <a:spcAft>
                <a:spcPts val="0"/>
              </a:spcAft>
              <a:buClr>
                <a:schemeClr val="dk1"/>
              </a:buClr>
              <a:buSzPts val="2600"/>
              <a:buFont typeface="Tahoma"/>
              <a:buChar char="•"/>
            </a:pPr>
            <a:r>
              <a:rPr lang="en-US" sz="2600" b="1" i="0" u="none">
                <a:solidFill>
                  <a:schemeClr val="dk1"/>
                </a:solidFill>
                <a:latin typeface="Tahoma"/>
                <a:ea typeface="Tahoma"/>
                <a:cs typeface="Tahoma"/>
                <a:sym typeface="Tahoma"/>
              </a:rPr>
              <a:t>Praying daily</a:t>
            </a:r>
            <a:endParaRPr sz="2600"/>
          </a:p>
          <a:p>
            <a:pPr marL="1143000" lvl="2" indent="-241300" algn="l" rtl="0">
              <a:lnSpc>
                <a:spcPct val="100000"/>
              </a:lnSpc>
              <a:spcBef>
                <a:spcPts val="480"/>
              </a:spcBef>
              <a:spcAft>
                <a:spcPts val="0"/>
              </a:spcAft>
              <a:buClr>
                <a:schemeClr val="dk1"/>
              </a:buClr>
              <a:buSzPts val="2600"/>
              <a:buFont typeface="Tahoma"/>
              <a:buChar char="•"/>
            </a:pPr>
            <a:r>
              <a:rPr lang="en-US" sz="2600" b="1" i="0" u="none">
                <a:solidFill>
                  <a:schemeClr val="dk1"/>
                </a:solidFill>
                <a:latin typeface="Tahoma"/>
                <a:ea typeface="Tahoma"/>
                <a:cs typeface="Tahoma"/>
                <a:sym typeface="Tahoma"/>
              </a:rPr>
              <a:t>Encourage availing of the Sacraments of Reconciliation and Holy Eucharist</a:t>
            </a:r>
            <a:endParaRPr sz="26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71"/>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Tahoma"/>
              <a:buNone/>
            </a:pPr>
            <a:r>
              <a:rPr lang="en-US" sz="4400" b="1" i="0" u="none">
                <a:solidFill>
                  <a:schemeClr val="dk1"/>
                </a:solidFill>
                <a:latin typeface="Tahoma"/>
                <a:ea typeface="Tahoma"/>
                <a:cs typeface="Tahoma"/>
                <a:sym typeface="Tahoma"/>
              </a:rPr>
              <a:t>SMALL GROUPS</a:t>
            </a:r>
            <a:endParaRPr/>
          </a:p>
        </p:txBody>
      </p:sp>
      <p:sp>
        <p:nvSpPr>
          <p:cNvPr id="541" name="Google Shape;541;p71"/>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349250" algn="l" rtl="0">
              <a:lnSpc>
                <a:spcPct val="90000"/>
              </a:lnSpc>
              <a:spcBef>
                <a:spcPts val="0"/>
              </a:spcBef>
              <a:spcAft>
                <a:spcPts val="0"/>
              </a:spcAft>
              <a:buClr>
                <a:schemeClr val="dk1"/>
              </a:buClr>
              <a:buSzPts val="2900"/>
              <a:buFont typeface="Tahoma"/>
              <a:buChar char="•"/>
            </a:pPr>
            <a:r>
              <a:rPr lang="en-US" sz="2900" b="1" i="0" u="sng">
                <a:solidFill>
                  <a:schemeClr val="dk1"/>
                </a:solidFill>
                <a:latin typeface="Tahoma"/>
                <a:ea typeface="Tahoma"/>
                <a:cs typeface="Tahoma"/>
                <a:sym typeface="Tahoma"/>
              </a:rPr>
              <a:t>Blessings of Small Groups</a:t>
            </a:r>
            <a:endParaRPr sz="3300"/>
          </a:p>
          <a:p>
            <a:pPr marL="742950" lvl="1" indent="-292100" algn="l" rtl="0">
              <a:lnSpc>
                <a:spcPct val="90000"/>
              </a:lnSpc>
              <a:spcBef>
                <a:spcPts val="480"/>
              </a:spcBef>
              <a:spcAft>
                <a:spcPts val="0"/>
              </a:spcAft>
              <a:buClr>
                <a:schemeClr val="dk1"/>
              </a:buClr>
              <a:buSzPts val="2500"/>
              <a:buFont typeface="Tahoma"/>
              <a:buChar char="–"/>
            </a:pPr>
            <a:r>
              <a:rPr lang="en-US" sz="2500" b="1" i="0" u="none">
                <a:solidFill>
                  <a:schemeClr val="dk1"/>
                </a:solidFill>
                <a:latin typeface="Tahoma"/>
                <a:ea typeface="Tahoma"/>
                <a:cs typeface="Tahoma"/>
                <a:sym typeface="Tahoma"/>
              </a:rPr>
              <a:t>Building trusting relationships</a:t>
            </a:r>
            <a:endParaRPr sz="2900"/>
          </a:p>
          <a:p>
            <a:pPr marL="742950" lvl="1" indent="-292100" algn="l" rtl="0">
              <a:lnSpc>
                <a:spcPct val="90000"/>
              </a:lnSpc>
              <a:spcBef>
                <a:spcPts val="480"/>
              </a:spcBef>
              <a:spcAft>
                <a:spcPts val="0"/>
              </a:spcAft>
              <a:buClr>
                <a:schemeClr val="dk1"/>
              </a:buClr>
              <a:buSzPts val="2500"/>
              <a:buFont typeface="Tahoma"/>
              <a:buChar char="–"/>
            </a:pPr>
            <a:r>
              <a:rPr lang="en-US" sz="2500" b="1" i="0" u="none">
                <a:solidFill>
                  <a:schemeClr val="dk1"/>
                </a:solidFill>
                <a:latin typeface="Tahoma"/>
                <a:ea typeface="Tahoma"/>
                <a:cs typeface="Tahoma"/>
                <a:sym typeface="Tahoma"/>
              </a:rPr>
              <a:t>Learning to trust God and to hear His voice</a:t>
            </a:r>
            <a:endParaRPr sz="2900"/>
          </a:p>
          <a:p>
            <a:pPr marL="742950" lvl="1" indent="-292100" algn="l" rtl="0">
              <a:lnSpc>
                <a:spcPct val="90000"/>
              </a:lnSpc>
              <a:spcBef>
                <a:spcPts val="480"/>
              </a:spcBef>
              <a:spcAft>
                <a:spcPts val="0"/>
              </a:spcAft>
              <a:buClr>
                <a:schemeClr val="dk1"/>
              </a:buClr>
              <a:buSzPts val="2500"/>
              <a:buFont typeface="Tahoma"/>
              <a:buChar char="–"/>
            </a:pPr>
            <a:r>
              <a:rPr lang="en-US" sz="2500" b="1" i="0" u="none">
                <a:solidFill>
                  <a:schemeClr val="dk1"/>
                </a:solidFill>
                <a:latin typeface="Tahoma"/>
                <a:ea typeface="Tahoma"/>
                <a:cs typeface="Tahoma"/>
                <a:sym typeface="Tahoma"/>
              </a:rPr>
              <a:t>Learning to risk</a:t>
            </a:r>
            <a:endParaRPr sz="2900"/>
          </a:p>
          <a:p>
            <a:pPr marL="742950" lvl="1" indent="-292100" algn="l" rtl="0">
              <a:lnSpc>
                <a:spcPct val="90000"/>
              </a:lnSpc>
              <a:spcBef>
                <a:spcPts val="480"/>
              </a:spcBef>
              <a:spcAft>
                <a:spcPts val="0"/>
              </a:spcAft>
              <a:buClr>
                <a:schemeClr val="dk1"/>
              </a:buClr>
              <a:buSzPts val="2500"/>
              <a:buFont typeface="Tahoma"/>
              <a:buChar char="–"/>
            </a:pPr>
            <a:r>
              <a:rPr lang="en-US" sz="2500" b="1" i="0" u="none">
                <a:solidFill>
                  <a:schemeClr val="dk1"/>
                </a:solidFill>
                <a:latin typeface="Tahoma"/>
                <a:ea typeface="Tahoma"/>
                <a:cs typeface="Tahoma"/>
                <a:sym typeface="Tahoma"/>
              </a:rPr>
              <a:t>Working through conflict</a:t>
            </a:r>
            <a:endParaRPr sz="2900"/>
          </a:p>
          <a:p>
            <a:pPr marL="742950" lvl="1" indent="-292100" algn="l" rtl="0">
              <a:lnSpc>
                <a:spcPct val="90000"/>
              </a:lnSpc>
              <a:spcBef>
                <a:spcPts val="480"/>
              </a:spcBef>
              <a:spcAft>
                <a:spcPts val="0"/>
              </a:spcAft>
              <a:buClr>
                <a:schemeClr val="dk1"/>
              </a:buClr>
              <a:buSzPts val="2500"/>
              <a:buFont typeface="Tahoma"/>
              <a:buChar char="–"/>
            </a:pPr>
            <a:r>
              <a:rPr lang="en-US" sz="2500" b="1" i="0" u="none">
                <a:solidFill>
                  <a:schemeClr val="dk1"/>
                </a:solidFill>
                <a:latin typeface="Tahoma"/>
                <a:ea typeface="Tahoma"/>
                <a:cs typeface="Tahoma"/>
                <a:sym typeface="Tahoma"/>
              </a:rPr>
              <a:t>Developing our gifts</a:t>
            </a:r>
            <a:endParaRPr sz="2900"/>
          </a:p>
          <a:p>
            <a:pPr marL="742950" lvl="1" indent="-292100" algn="l" rtl="0">
              <a:lnSpc>
                <a:spcPct val="90000"/>
              </a:lnSpc>
              <a:spcBef>
                <a:spcPts val="480"/>
              </a:spcBef>
              <a:spcAft>
                <a:spcPts val="0"/>
              </a:spcAft>
              <a:buClr>
                <a:schemeClr val="dk1"/>
              </a:buClr>
              <a:buSzPts val="2500"/>
              <a:buFont typeface="Tahoma"/>
              <a:buChar char="–"/>
            </a:pPr>
            <a:r>
              <a:rPr lang="en-US" sz="2500" b="1" i="0" u="none">
                <a:solidFill>
                  <a:schemeClr val="dk1"/>
                </a:solidFill>
                <a:latin typeface="Tahoma"/>
                <a:ea typeface="Tahoma"/>
                <a:cs typeface="Tahoma"/>
                <a:sym typeface="Tahoma"/>
              </a:rPr>
              <a:t>Learning from the experiences and wisdom of others</a:t>
            </a:r>
            <a:endParaRPr sz="2900"/>
          </a:p>
          <a:p>
            <a:pPr marL="742950" lvl="1" indent="-292100" algn="l" rtl="0">
              <a:lnSpc>
                <a:spcPct val="90000"/>
              </a:lnSpc>
              <a:spcBef>
                <a:spcPts val="480"/>
              </a:spcBef>
              <a:spcAft>
                <a:spcPts val="0"/>
              </a:spcAft>
              <a:buClr>
                <a:schemeClr val="dk1"/>
              </a:buClr>
              <a:buSzPts val="2500"/>
              <a:buFont typeface="Tahoma"/>
              <a:buChar char="–"/>
            </a:pPr>
            <a:r>
              <a:rPr lang="en-US" sz="2500" b="1" i="0" u="none">
                <a:solidFill>
                  <a:schemeClr val="dk1"/>
                </a:solidFill>
                <a:latin typeface="Tahoma"/>
                <a:ea typeface="Tahoma"/>
                <a:cs typeface="Tahoma"/>
                <a:sym typeface="Tahoma"/>
              </a:rPr>
              <a:t>Being listened to, prayed for, ministered to</a:t>
            </a:r>
            <a:endParaRPr sz="2900"/>
          </a:p>
          <a:p>
            <a:pPr marL="742950" lvl="1" indent="-292100" algn="l" rtl="0">
              <a:lnSpc>
                <a:spcPct val="90000"/>
              </a:lnSpc>
              <a:spcBef>
                <a:spcPts val="480"/>
              </a:spcBef>
              <a:spcAft>
                <a:spcPts val="0"/>
              </a:spcAft>
              <a:buClr>
                <a:schemeClr val="dk1"/>
              </a:buClr>
              <a:buSzPts val="2500"/>
              <a:buFont typeface="Tahoma"/>
              <a:buChar char="–"/>
            </a:pPr>
            <a:r>
              <a:rPr lang="en-US" sz="2500" b="1" i="0" u="none">
                <a:solidFill>
                  <a:schemeClr val="dk1"/>
                </a:solidFill>
                <a:latin typeface="Tahoma"/>
                <a:ea typeface="Tahoma"/>
                <a:cs typeface="Tahoma"/>
                <a:sym typeface="Tahoma"/>
              </a:rPr>
              <a:t>Beginning new healing in our life</a:t>
            </a:r>
            <a:endParaRPr sz="29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72"/>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Tahoma"/>
              <a:buNone/>
            </a:pPr>
            <a:r>
              <a:rPr lang="en-US" sz="4400" b="1" i="0" u="none">
                <a:solidFill>
                  <a:schemeClr val="dk1"/>
                </a:solidFill>
                <a:latin typeface="Tahoma"/>
                <a:ea typeface="Tahoma"/>
                <a:cs typeface="Tahoma"/>
                <a:sym typeface="Tahoma"/>
              </a:rPr>
              <a:t>SMALL GROUPS</a:t>
            </a:r>
            <a:endParaRPr/>
          </a:p>
        </p:txBody>
      </p:sp>
      <p:sp>
        <p:nvSpPr>
          <p:cNvPr id="548" name="Google Shape;548;p72"/>
          <p:cNvSpPr txBox="1">
            <a:spLocks noGrp="1"/>
          </p:cNvSpPr>
          <p:nvPr>
            <p:ph type="body" idx="1"/>
          </p:nvPr>
        </p:nvSpPr>
        <p:spPr>
          <a:xfrm>
            <a:off x="685800" y="1981200"/>
            <a:ext cx="7772400" cy="4531500"/>
          </a:xfrm>
          <a:prstGeom prst="rect">
            <a:avLst/>
          </a:prstGeom>
          <a:noFill/>
          <a:ln>
            <a:noFill/>
          </a:ln>
        </p:spPr>
        <p:txBody>
          <a:bodyPr spcFirstLastPara="1" wrap="square" lIns="91425" tIns="45700" rIns="91425" bIns="45700" anchor="t" anchorCtr="0">
            <a:noAutofit/>
          </a:bodyPr>
          <a:lstStyle/>
          <a:p>
            <a:pPr marL="342900" lvl="0" indent="-342900" algn="ctr" rtl="0">
              <a:lnSpc>
                <a:spcPct val="100000"/>
              </a:lnSpc>
              <a:spcBef>
                <a:spcPts val="0"/>
              </a:spcBef>
              <a:spcAft>
                <a:spcPts val="0"/>
              </a:spcAft>
              <a:buClr>
                <a:schemeClr val="dk1"/>
              </a:buClr>
              <a:buSzPts val="2800"/>
              <a:buFont typeface="Tahoma"/>
              <a:buNone/>
            </a:pPr>
            <a:r>
              <a:rPr lang="en-US" sz="3000" b="1" i="0" u="sng">
                <a:solidFill>
                  <a:schemeClr val="dk1"/>
                </a:solidFill>
                <a:latin typeface="Tahoma"/>
                <a:ea typeface="Tahoma"/>
                <a:cs typeface="Tahoma"/>
                <a:sym typeface="Tahoma"/>
              </a:rPr>
              <a:t>Sample Prayer for Small Groups</a:t>
            </a:r>
            <a:endParaRPr sz="3000"/>
          </a:p>
          <a:p>
            <a:pPr marL="342900" lvl="0" indent="-342900" algn="ctr" rtl="0">
              <a:lnSpc>
                <a:spcPct val="100000"/>
              </a:lnSpc>
              <a:spcBef>
                <a:spcPts val="560"/>
              </a:spcBef>
              <a:spcAft>
                <a:spcPts val="0"/>
              </a:spcAft>
              <a:buClr>
                <a:schemeClr val="dk1"/>
              </a:buClr>
              <a:buSzPts val="2800"/>
              <a:buFont typeface="Tahoma"/>
              <a:buNone/>
            </a:pPr>
            <a:endParaRPr sz="3000" b="1" i="0" u="sng">
              <a:solidFill>
                <a:schemeClr val="dk1"/>
              </a:solidFill>
              <a:latin typeface="Tahoma"/>
              <a:ea typeface="Tahoma"/>
              <a:cs typeface="Tahoma"/>
              <a:sym typeface="Tahoma"/>
            </a:endParaRPr>
          </a:p>
          <a:p>
            <a:pPr marL="342900" lvl="0" indent="-342900" algn="l" rtl="0">
              <a:lnSpc>
                <a:spcPct val="100000"/>
              </a:lnSpc>
              <a:spcBef>
                <a:spcPts val="560"/>
              </a:spcBef>
              <a:spcAft>
                <a:spcPts val="0"/>
              </a:spcAft>
              <a:buClr>
                <a:schemeClr val="dk1"/>
              </a:buClr>
              <a:buSzPts val="2800"/>
              <a:buFont typeface="Tahoma"/>
              <a:buNone/>
            </a:pPr>
            <a:r>
              <a:rPr lang="en-US" sz="3000" b="1" i="0" u="none">
                <a:solidFill>
                  <a:schemeClr val="dk1"/>
                </a:solidFill>
                <a:latin typeface="Tahoma"/>
                <a:ea typeface="Tahoma"/>
                <a:cs typeface="Tahoma"/>
                <a:sym typeface="Tahoma"/>
              </a:rPr>
              <a:t>Lord, we thank you for choosing us, for being father to us.  We bless you, for the love you have poured out over us but we also confess that we don’t fully understand your love or your fatherhood, nor do we know how to relate to each other as family.</a:t>
            </a:r>
            <a:endParaRPr sz="30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73"/>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Tahoma"/>
              <a:buNone/>
            </a:pPr>
            <a:r>
              <a:rPr lang="en-US" sz="4000" b="1" i="0" u="none">
                <a:solidFill>
                  <a:schemeClr val="dk1"/>
                </a:solidFill>
                <a:latin typeface="Tahoma"/>
                <a:ea typeface="Tahoma"/>
                <a:cs typeface="Tahoma"/>
                <a:sym typeface="Tahoma"/>
              </a:rPr>
              <a:t>SMALL GROUPS</a:t>
            </a:r>
            <a:br>
              <a:rPr lang="en-US" sz="4000" b="1" i="0" u="none">
                <a:solidFill>
                  <a:schemeClr val="dk1"/>
                </a:solidFill>
                <a:latin typeface="Tahoma"/>
                <a:ea typeface="Tahoma"/>
                <a:cs typeface="Tahoma"/>
                <a:sym typeface="Tahoma"/>
              </a:rPr>
            </a:br>
            <a:endParaRPr/>
          </a:p>
        </p:txBody>
      </p:sp>
      <p:sp>
        <p:nvSpPr>
          <p:cNvPr id="555" name="Google Shape;555;p73"/>
          <p:cNvSpPr txBox="1">
            <a:spLocks noGrp="1"/>
          </p:cNvSpPr>
          <p:nvPr>
            <p:ph type="body" idx="1"/>
          </p:nvPr>
        </p:nvSpPr>
        <p:spPr>
          <a:xfrm>
            <a:off x="457200" y="990600"/>
            <a:ext cx="8229600" cy="5867400"/>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Clr>
                <a:schemeClr val="dk1"/>
              </a:buClr>
              <a:buSzPts val="2800"/>
              <a:buFont typeface="Tahoma"/>
              <a:buNone/>
            </a:pPr>
            <a:r>
              <a:rPr lang="en-US" sz="2800" b="1" i="0" u="none">
                <a:solidFill>
                  <a:schemeClr val="dk1"/>
                </a:solidFill>
                <a:latin typeface="Tahoma"/>
                <a:ea typeface="Tahoma"/>
                <a:cs typeface="Tahoma"/>
                <a:sym typeface="Tahoma"/>
              </a:rPr>
              <a:t>	</a:t>
            </a:r>
            <a:r>
              <a:rPr lang="en-US" sz="3000" b="1"/>
              <a:t>P</a:t>
            </a:r>
            <a:r>
              <a:rPr lang="en-US" sz="3000" b="1" i="0" u="none">
                <a:solidFill>
                  <a:schemeClr val="dk1"/>
                </a:solidFill>
                <a:latin typeface="Tahoma"/>
                <a:ea typeface="Tahoma"/>
                <a:cs typeface="Tahoma"/>
                <a:sym typeface="Tahoma"/>
              </a:rPr>
              <a:t>rayer…</a:t>
            </a:r>
            <a:endParaRPr sz="3000"/>
          </a:p>
          <a:p>
            <a:pPr marL="342900" lvl="0" indent="-342900" algn="l" rtl="0">
              <a:lnSpc>
                <a:spcPct val="80000"/>
              </a:lnSpc>
              <a:spcBef>
                <a:spcPts val="560"/>
              </a:spcBef>
              <a:spcAft>
                <a:spcPts val="0"/>
              </a:spcAft>
              <a:buClr>
                <a:schemeClr val="dk1"/>
              </a:buClr>
              <a:buSzPts val="2800"/>
              <a:buFont typeface="Tahoma"/>
              <a:buNone/>
            </a:pPr>
            <a:r>
              <a:rPr lang="en-US" sz="3000" b="1" i="0" u="none">
                <a:solidFill>
                  <a:schemeClr val="dk1"/>
                </a:solidFill>
                <a:latin typeface="Tahoma"/>
                <a:ea typeface="Tahoma"/>
                <a:cs typeface="Tahoma"/>
                <a:sym typeface="Tahoma"/>
              </a:rPr>
              <a:t>	We know that as descendants of Adam and Eve we do not see ourselves in others as you do.  We don’t hear, speak or react as your children.  Thank you for providing this small group for us to learn your ways.  Father, touch our eyes so we may see ourselves and each other as you see us.  Touch our ears so we may hear each other’s heart and not just the words.  Touch our hearts that we might be moved by that which moves you, that we respond as you would respond.  Touch our minds so we understand what you want us to understand.</a:t>
            </a:r>
            <a:endParaRPr sz="30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74"/>
          <p:cNvSpPr txBox="1">
            <a:spLocks noGrp="1"/>
          </p:cNvSpPr>
          <p:nvPr>
            <p:ph type="title"/>
          </p:nvPr>
        </p:nvSpPr>
        <p:spPr>
          <a:xfrm>
            <a:off x="770900" y="33735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Tahoma"/>
              <a:buNone/>
            </a:pPr>
            <a:r>
              <a:rPr lang="en-US" sz="4400" b="1" i="0" u="none">
                <a:solidFill>
                  <a:schemeClr val="dk1"/>
                </a:solidFill>
                <a:latin typeface="Tahoma"/>
                <a:ea typeface="Tahoma"/>
                <a:cs typeface="Tahoma"/>
                <a:sym typeface="Tahoma"/>
              </a:rPr>
              <a:t>SMALL GROUPS</a:t>
            </a:r>
            <a:endParaRPr/>
          </a:p>
        </p:txBody>
      </p:sp>
      <p:sp>
        <p:nvSpPr>
          <p:cNvPr id="562" name="Google Shape;562;p74"/>
          <p:cNvSpPr txBox="1">
            <a:spLocks noGrp="1"/>
          </p:cNvSpPr>
          <p:nvPr>
            <p:ph type="body" idx="1"/>
          </p:nvPr>
        </p:nvSpPr>
        <p:spPr>
          <a:xfrm>
            <a:off x="685800" y="1335450"/>
            <a:ext cx="8031300" cy="55224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400"/>
              <a:buFont typeface="Tahoma"/>
              <a:buNone/>
            </a:pPr>
            <a:r>
              <a:rPr lang="en-US" sz="2400" b="1"/>
              <a:t>   </a:t>
            </a:r>
            <a:r>
              <a:rPr lang="en-US" sz="3000" b="1" i="0" u="none">
                <a:solidFill>
                  <a:schemeClr val="dk1"/>
                </a:solidFill>
                <a:latin typeface="Tahoma"/>
                <a:ea typeface="Tahoma"/>
                <a:cs typeface="Tahoma"/>
                <a:sym typeface="Tahoma"/>
              </a:rPr>
              <a:t>Prayer…</a:t>
            </a:r>
            <a:endParaRPr sz="3000"/>
          </a:p>
          <a:p>
            <a:pPr marL="342900" lvl="0" indent="-342900" algn="l" rtl="0">
              <a:lnSpc>
                <a:spcPct val="90000"/>
              </a:lnSpc>
              <a:spcBef>
                <a:spcPts val="480"/>
              </a:spcBef>
              <a:spcAft>
                <a:spcPts val="0"/>
              </a:spcAft>
              <a:buClr>
                <a:schemeClr val="dk1"/>
              </a:buClr>
              <a:buSzPts val="2400"/>
              <a:buFont typeface="Tahoma"/>
              <a:buNone/>
            </a:pPr>
            <a:r>
              <a:rPr lang="en-US" sz="3000" b="1"/>
              <a:t>   </a:t>
            </a:r>
            <a:r>
              <a:rPr lang="en-US" sz="3000" b="1" i="0" u="none">
                <a:solidFill>
                  <a:schemeClr val="dk1"/>
                </a:solidFill>
                <a:latin typeface="Tahoma"/>
                <a:ea typeface="Tahoma"/>
                <a:cs typeface="Tahoma"/>
                <a:sym typeface="Tahoma"/>
              </a:rPr>
              <a:t>Make us safe people, Lord.  Help us to become like little children so we can enter into your kingdom.  Bless our small group time; keep it a safe place for us to see, touch, taste what your kingdom is like.  Just like little children, we need to experiment, to risk, to try our gifts. Meet each of us where we are.  Thank you for not being a demanding parent.  You never acquire of us what we are not prepared to accomplish. Amen.</a:t>
            </a:r>
            <a:endParaRPr sz="30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75"/>
          <p:cNvSpPr txBox="1">
            <a:spLocks noGrp="1"/>
          </p:cNvSpPr>
          <p:nvPr>
            <p:ph type="title"/>
          </p:nvPr>
        </p:nvSpPr>
        <p:spPr>
          <a:xfrm>
            <a:off x="685800" y="0"/>
            <a:ext cx="7772400" cy="762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3200"/>
              <a:buFont typeface="Tahoma"/>
              <a:buNone/>
            </a:pPr>
            <a:r>
              <a:rPr lang="en-US" sz="3200" b="1" i="0" u="none">
                <a:solidFill>
                  <a:schemeClr val="dk2"/>
                </a:solidFill>
                <a:latin typeface="Tahoma"/>
                <a:ea typeface="Tahoma"/>
                <a:cs typeface="Tahoma"/>
                <a:sym typeface="Tahoma"/>
              </a:rPr>
              <a:t>GUIDE FOR SMALL GROUP I</a:t>
            </a:r>
            <a:endParaRPr/>
          </a:p>
        </p:txBody>
      </p:sp>
      <p:sp>
        <p:nvSpPr>
          <p:cNvPr id="569" name="Google Shape;569;p75"/>
          <p:cNvSpPr txBox="1">
            <a:spLocks noGrp="1"/>
          </p:cNvSpPr>
          <p:nvPr>
            <p:ph type="body" idx="1"/>
          </p:nvPr>
        </p:nvSpPr>
        <p:spPr>
          <a:xfrm>
            <a:off x="457200" y="863025"/>
            <a:ext cx="8229600" cy="5994900"/>
          </a:xfrm>
          <a:prstGeom prst="rect">
            <a:avLst/>
          </a:prstGeom>
          <a:noFill/>
          <a:ln>
            <a:noFill/>
          </a:ln>
        </p:spPr>
        <p:txBody>
          <a:bodyPr spcFirstLastPara="1" wrap="square" lIns="91425" tIns="45700" rIns="91425" bIns="45700" anchor="t" anchorCtr="0">
            <a:noAutofit/>
          </a:bodyPr>
          <a:lstStyle/>
          <a:p>
            <a:pPr marL="342900" lvl="0" indent="-349250" algn="l" rtl="0">
              <a:lnSpc>
                <a:spcPct val="80000"/>
              </a:lnSpc>
              <a:spcBef>
                <a:spcPts val="0"/>
              </a:spcBef>
              <a:spcAft>
                <a:spcPts val="0"/>
              </a:spcAft>
              <a:buClr>
                <a:schemeClr val="dk1"/>
              </a:buClr>
              <a:buSzPts val="2100"/>
              <a:buFont typeface="Tahoma"/>
              <a:buChar char="•"/>
            </a:pPr>
            <a:r>
              <a:rPr lang="en-US" sz="2100" b="0" i="0" u="none">
                <a:solidFill>
                  <a:schemeClr val="dk1"/>
                </a:solidFill>
                <a:latin typeface="Tahoma"/>
                <a:ea typeface="Tahoma"/>
                <a:cs typeface="Tahoma"/>
                <a:sym typeface="Tahoma"/>
              </a:rPr>
              <a:t>Opening Prayer (Small Group Prayer or others)</a:t>
            </a:r>
            <a:endParaRPr sz="3300"/>
          </a:p>
          <a:p>
            <a:pPr marL="342900" lvl="0" indent="-349250" algn="l" rtl="0">
              <a:lnSpc>
                <a:spcPct val="80000"/>
              </a:lnSpc>
              <a:spcBef>
                <a:spcPts val="400"/>
              </a:spcBef>
              <a:spcAft>
                <a:spcPts val="0"/>
              </a:spcAft>
              <a:buClr>
                <a:schemeClr val="dk1"/>
              </a:buClr>
              <a:buSzPts val="2100"/>
              <a:buFont typeface="Tahoma"/>
              <a:buChar char="•"/>
            </a:pPr>
            <a:r>
              <a:rPr lang="en-US" sz="2100" b="0" i="0" u="none">
                <a:solidFill>
                  <a:schemeClr val="dk1"/>
                </a:solidFill>
                <a:latin typeface="Tahoma"/>
                <a:ea typeface="Tahoma"/>
                <a:cs typeface="Tahoma"/>
                <a:sym typeface="Tahoma"/>
              </a:rPr>
              <a:t>Short Introductions</a:t>
            </a:r>
            <a:endParaRPr sz="3300"/>
          </a:p>
          <a:p>
            <a:pPr marL="342900" lvl="0" indent="-349250" algn="l" rtl="0">
              <a:lnSpc>
                <a:spcPct val="80000"/>
              </a:lnSpc>
              <a:spcBef>
                <a:spcPts val="400"/>
              </a:spcBef>
              <a:spcAft>
                <a:spcPts val="0"/>
              </a:spcAft>
              <a:buClr>
                <a:schemeClr val="dk1"/>
              </a:buClr>
              <a:buSzPts val="2100"/>
              <a:buFont typeface="Tahoma"/>
              <a:buChar char="•"/>
            </a:pPr>
            <a:r>
              <a:rPr lang="en-US" sz="2100" b="0" i="0" u="none">
                <a:solidFill>
                  <a:schemeClr val="dk1"/>
                </a:solidFill>
                <a:latin typeface="Tahoma"/>
                <a:ea typeface="Tahoma"/>
                <a:cs typeface="Tahoma"/>
                <a:sym typeface="Tahoma"/>
              </a:rPr>
              <a:t>Role Assignment: Lead Counselor, Counselee, Prayer Warrior (rotate each 20 minutes).</a:t>
            </a:r>
            <a:endParaRPr sz="3300"/>
          </a:p>
          <a:p>
            <a:pPr marL="342900" lvl="0" indent="-349250" algn="l" rtl="0">
              <a:lnSpc>
                <a:spcPct val="80000"/>
              </a:lnSpc>
              <a:spcBef>
                <a:spcPts val="400"/>
              </a:spcBef>
              <a:spcAft>
                <a:spcPts val="0"/>
              </a:spcAft>
              <a:buClr>
                <a:schemeClr val="dk1"/>
              </a:buClr>
              <a:buSzPts val="2100"/>
              <a:buFont typeface="Tahoma"/>
              <a:buChar char="•"/>
            </a:pPr>
            <a:r>
              <a:rPr lang="en-US" sz="2100" b="0" i="0" u="none">
                <a:solidFill>
                  <a:schemeClr val="dk1"/>
                </a:solidFill>
                <a:latin typeface="Tahoma"/>
                <a:ea typeface="Tahoma"/>
                <a:cs typeface="Tahoma"/>
                <a:sym typeface="Tahoma"/>
              </a:rPr>
              <a:t>Review of Teachings Covered:</a:t>
            </a:r>
            <a:endParaRPr sz="3300"/>
          </a:p>
          <a:p>
            <a:pPr marL="742950" lvl="1" indent="-292100" algn="l" rtl="0">
              <a:lnSpc>
                <a:spcPct val="80000"/>
              </a:lnSpc>
              <a:spcBef>
                <a:spcPts val="360"/>
              </a:spcBef>
              <a:spcAft>
                <a:spcPts val="0"/>
              </a:spcAft>
              <a:buClr>
                <a:schemeClr val="dk1"/>
              </a:buClr>
              <a:buSzPts val="1900"/>
              <a:buFont typeface="Tahoma"/>
              <a:buChar char="–"/>
            </a:pPr>
            <a:r>
              <a:rPr lang="en-US" sz="1900" b="0" i="0" u="none">
                <a:solidFill>
                  <a:schemeClr val="dk1"/>
                </a:solidFill>
                <a:latin typeface="Tahoma"/>
                <a:ea typeface="Tahoma"/>
                <a:cs typeface="Tahoma"/>
                <a:sym typeface="Tahoma"/>
              </a:rPr>
              <a:t>Four Basic Laws – which one affected you most?</a:t>
            </a:r>
            <a:endParaRPr sz="2900"/>
          </a:p>
          <a:p>
            <a:pPr marL="742950" lvl="1" indent="-292100" algn="l" rtl="0">
              <a:lnSpc>
                <a:spcPct val="80000"/>
              </a:lnSpc>
              <a:spcBef>
                <a:spcPts val="360"/>
              </a:spcBef>
              <a:spcAft>
                <a:spcPts val="0"/>
              </a:spcAft>
              <a:buClr>
                <a:schemeClr val="dk1"/>
              </a:buClr>
              <a:buSzPts val="1900"/>
              <a:buFont typeface="Tahoma"/>
              <a:buChar char="–"/>
            </a:pPr>
            <a:r>
              <a:rPr lang="en-US" sz="1900" b="0" i="0" u="none">
                <a:solidFill>
                  <a:schemeClr val="dk1"/>
                </a:solidFill>
                <a:latin typeface="Tahoma"/>
                <a:ea typeface="Tahoma"/>
                <a:cs typeface="Tahoma"/>
                <a:sym typeface="Tahoma"/>
              </a:rPr>
              <a:t>Fruit to Root – what are the fruits you are reaping now?</a:t>
            </a:r>
            <a:endParaRPr sz="2900"/>
          </a:p>
          <a:p>
            <a:pPr marL="742950" lvl="1" indent="-292100" algn="l" rtl="0">
              <a:lnSpc>
                <a:spcPct val="80000"/>
              </a:lnSpc>
              <a:spcBef>
                <a:spcPts val="360"/>
              </a:spcBef>
              <a:spcAft>
                <a:spcPts val="0"/>
              </a:spcAft>
              <a:buClr>
                <a:schemeClr val="dk1"/>
              </a:buClr>
              <a:buSzPts val="1900"/>
              <a:buFont typeface="Tahoma"/>
              <a:buChar char="–"/>
            </a:pPr>
            <a:r>
              <a:rPr lang="en-US" sz="1900" b="0" i="0" u="none">
                <a:solidFill>
                  <a:schemeClr val="dk1"/>
                </a:solidFill>
                <a:latin typeface="Tahoma"/>
                <a:ea typeface="Tahoma"/>
                <a:cs typeface="Tahoma"/>
                <a:sym typeface="Tahoma"/>
              </a:rPr>
              <a:t>Repentance &amp; Restitution – is there unforgiveness in your life?</a:t>
            </a:r>
            <a:endParaRPr sz="2900"/>
          </a:p>
          <a:p>
            <a:pPr marL="342900" lvl="0" indent="-349250" algn="l" rtl="0">
              <a:lnSpc>
                <a:spcPct val="80000"/>
              </a:lnSpc>
              <a:spcBef>
                <a:spcPts val="400"/>
              </a:spcBef>
              <a:spcAft>
                <a:spcPts val="0"/>
              </a:spcAft>
              <a:buClr>
                <a:schemeClr val="dk1"/>
              </a:buClr>
              <a:buSzPts val="2100"/>
              <a:buFont typeface="Tahoma"/>
              <a:buChar char="•"/>
            </a:pPr>
            <a:r>
              <a:rPr lang="en-US" sz="2100" b="0" i="0" u="none">
                <a:solidFill>
                  <a:schemeClr val="dk1"/>
                </a:solidFill>
                <a:latin typeface="Tahoma"/>
                <a:ea typeface="Tahoma"/>
                <a:cs typeface="Tahoma"/>
                <a:sym typeface="Tahoma"/>
              </a:rPr>
              <a:t>Counselor starts practicing his role by encouraging counselee to share reflections or personal ‘struck’ regarding previous lessons.  </a:t>
            </a:r>
            <a:endParaRPr sz="3300"/>
          </a:p>
          <a:p>
            <a:pPr marL="342900" lvl="0" indent="-349250" algn="l" rtl="0">
              <a:lnSpc>
                <a:spcPct val="80000"/>
              </a:lnSpc>
              <a:spcBef>
                <a:spcPts val="400"/>
              </a:spcBef>
              <a:spcAft>
                <a:spcPts val="0"/>
              </a:spcAft>
              <a:buClr>
                <a:schemeClr val="dk1"/>
              </a:buClr>
              <a:buSzPts val="2100"/>
              <a:buFont typeface="Tahoma"/>
              <a:buChar char="•"/>
            </a:pPr>
            <a:r>
              <a:rPr lang="en-US" sz="2100" b="0" i="0" u="none">
                <a:solidFill>
                  <a:schemeClr val="dk1"/>
                </a:solidFill>
                <a:latin typeface="Tahoma"/>
                <a:ea typeface="Tahoma"/>
                <a:cs typeface="Tahoma"/>
                <a:sym typeface="Tahoma"/>
              </a:rPr>
              <a:t>Prayer Warrior prays and intercedes but also ‘in’ participation and keeping ‘time’</a:t>
            </a:r>
            <a:endParaRPr sz="3300"/>
          </a:p>
          <a:p>
            <a:pPr marL="342900" lvl="0" indent="-349250" algn="l" rtl="0">
              <a:lnSpc>
                <a:spcPct val="80000"/>
              </a:lnSpc>
              <a:spcBef>
                <a:spcPts val="400"/>
              </a:spcBef>
              <a:spcAft>
                <a:spcPts val="0"/>
              </a:spcAft>
              <a:buClr>
                <a:schemeClr val="dk1"/>
              </a:buClr>
              <a:buSzPts val="2100"/>
              <a:buFont typeface="Tahoma"/>
              <a:buChar char="•"/>
            </a:pPr>
            <a:r>
              <a:rPr lang="en-US" sz="2100" b="0" i="0" u="none">
                <a:solidFill>
                  <a:schemeClr val="dk1"/>
                </a:solidFill>
                <a:latin typeface="Tahoma"/>
                <a:ea typeface="Tahoma"/>
                <a:cs typeface="Tahoma"/>
                <a:sym typeface="Tahoma"/>
              </a:rPr>
              <a:t>Counselee respond to questions /clarifications/ paraphrasing /confirming /probing /… all related to the covered teachings.</a:t>
            </a:r>
            <a:endParaRPr sz="3300"/>
          </a:p>
          <a:p>
            <a:pPr marL="342900" lvl="0" indent="-349250" algn="l" rtl="0">
              <a:lnSpc>
                <a:spcPct val="80000"/>
              </a:lnSpc>
              <a:spcBef>
                <a:spcPts val="400"/>
              </a:spcBef>
              <a:spcAft>
                <a:spcPts val="0"/>
              </a:spcAft>
              <a:buClr>
                <a:schemeClr val="dk1"/>
              </a:buClr>
              <a:buSzPts val="2100"/>
              <a:buFont typeface="Tahoma"/>
              <a:buChar char="•"/>
            </a:pPr>
            <a:r>
              <a:rPr lang="en-US" sz="2100" b="0" i="0" u="none">
                <a:solidFill>
                  <a:schemeClr val="dk1"/>
                </a:solidFill>
                <a:latin typeface="Tahoma"/>
                <a:ea typeface="Tahoma"/>
                <a:cs typeface="Tahoma"/>
                <a:sym typeface="Tahoma"/>
              </a:rPr>
              <a:t>Summarize the session with Counselee’s insights and understanding about the sharing of the Counselee ….leading to a prayers of Recognition and Repentance</a:t>
            </a:r>
            <a:endParaRPr sz="3300"/>
          </a:p>
          <a:p>
            <a:pPr marL="342900" lvl="0" indent="-349250" algn="l" rtl="0">
              <a:lnSpc>
                <a:spcPct val="80000"/>
              </a:lnSpc>
              <a:spcBef>
                <a:spcPts val="400"/>
              </a:spcBef>
              <a:spcAft>
                <a:spcPts val="0"/>
              </a:spcAft>
              <a:buClr>
                <a:schemeClr val="dk1"/>
              </a:buClr>
              <a:buSzPts val="2100"/>
              <a:buFont typeface="Tahoma"/>
              <a:buChar char="•"/>
            </a:pPr>
            <a:r>
              <a:rPr lang="en-US" sz="2100" b="0" i="0" u="none">
                <a:solidFill>
                  <a:schemeClr val="dk1"/>
                </a:solidFill>
                <a:latin typeface="Tahoma"/>
                <a:ea typeface="Tahoma"/>
                <a:cs typeface="Tahoma"/>
                <a:sym typeface="Tahoma"/>
              </a:rPr>
              <a:t>Switch Roles and end the Small Group Session with a Prayer </a:t>
            </a:r>
            <a:endParaRPr sz="3300"/>
          </a:p>
          <a:p>
            <a:pPr marL="342900" lvl="0" indent="-349250" algn="l" rtl="0">
              <a:lnSpc>
                <a:spcPct val="80000"/>
              </a:lnSpc>
              <a:spcBef>
                <a:spcPts val="400"/>
              </a:spcBef>
              <a:spcAft>
                <a:spcPts val="0"/>
              </a:spcAft>
              <a:buClr>
                <a:schemeClr val="dk1"/>
              </a:buClr>
              <a:buSzPts val="2100"/>
              <a:buFont typeface="Tahoma"/>
              <a:buChar char="•"/>
            </a:pPr>
            <a:r>
              <a:rPr lang="en-US" sz="2100" b="0" i="0" u="none">
                <a:solidFill>
                  <a:schemeClr val="dk1"/>
                </a:solidFill>
                <a:latin typeface="Tahoma"/>
                <a:ea typeface="Tahoma"/>
                <a:cs typeface="Tahoma"/>
                <a:sym typeface="Tahoma"/>
              </a:rPr>
              <a:t>Encourage members of the group to meet during break time or meal time.</a:t>
            </a:r>
            <a:endParaRPr sz="3300"/>
          </a:p>
          <a:p>
            <a:pPr marL="342900" lvl="0" indent="-215900" algn="l" rtl="0">
              <a:spcBef>
                <a:spcPts val="400"/>
              </a:spcBef>
              <a:spcAft>
                <a:spcPts val="0"/>
              </a:spcAft>
              <a:buClr>
                <a:schemeClr val="dk1"/>
              </a:buClr>
              <a:buSzPts val="2000"/>
              <a:buFont typeface="Tahoma"/>
              <a:buNone/>
            </a:pPr>
            <a:endParaRPr sz="2200" b="0" i="0" u="none">
              <a:solidFill>
                <a:schemeClr val="dk1"/>
              </a:solidFill>
              <a:latin typeface="Tahoma"/>
              <a:ea typeface="Tahoma"/>
              <a:cs typeface="Tahoma"/>
              <a:sym typeface="Tahom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76"/>
          <p:cNvSpPr txBox="1">
            <a:spLocks noGrp="1"/>
          </p:cNvSpPr>
          <p:nvPr>
            <p:ph type="title"/>
          </p:nvPr>
        </p:nvSpPr>
        <p:spPr>
          <a:xfrm>
            <a:off x="685800" y="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3200"/>
              <a:buFont typeface="Tahoma"/>
              <a:buNone/>
            </a:pPr>
            <a:r>
              <a:rPr lang="en-US" sz="3200" b="1" i="0" u="none">
                <a:solidFill>
                  <a:schemeClr val="dk2"/>
                </a:solidFill>
                <a:latin typeface="Tahoma"/>
                <a:ea typeface="Tahoma"/>
                <a:cs typeface="Tahoma"/>
                <a:sym typeface="Tahoma"/>
              </a:rPr>
              <a:t>GUIDE FOR SMALL GROUP II</a:t>
            </a:r>
            <a:endParaRPr/>
          </a:p>
        </p:txBody>
      </p:sp>
      <p:sp>
        <p:nvSpPr>
          <p:cNvPr id="576" name="Google Shape;576;p76"/>
          <p:cNvSpPr txBox="1">
            <a:spLocks noGrp="1"/>
          </p:cNvSpPr>
          <p:nvPr>
            <p:ph type="body" idx="1"/>
          </p:nvPr>
        </p:nvSpPr>
        <p:spPr>
          <a:xfrm>
            <a:off x="457200" y="1143000"/>
            <a:ext cx="8229600" cy="5715000"/>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Clr>
                <a:schemeClr val="dk1"/>
              </a:buClr>
              <a:buSzPts val="1800"/>
              <a:buFont typeface="Tahoma"/>
              <a:buChar char="•"/>
            </a:pPr>
            <a:r>
              <a:rPr lang="en-US" sz="1800" b="0" i="0" u="none">
                <a:solidFill>
                  <a:schemeClr val="dk1"/>
                </a:solidFill>
                <a:latin typeface="Tahoma"/>
                <a:ea typeface="Tahoma"/>
                <a:cs typeface="Tahoma"/>
                <a:sym typeface="Tahoma"/>
              </a:rPr>
              <a:t>Opening Prayer (Small Group Prayer or others)</a:t>
            </a:r>
            <a:endParaRPr/>
          </a:p>
          <a:p>
            <a:pPr marL="342900" lvl="0" indent="-342900" algn="l" rtl="0">
              <a:lnSpc>
                <a:spcPct val="80000"/>
              </a:lnSpc>
              <a:spcBef>
                <a:spcPts val="360"/>
              </a:spcBef>
              <a:spcAft>
                <a:spcPts val="0"/>
              </a:spcAft>
              <a:buClr>
                <a:schemeClr val="dk1"/>
              </a:buClr>
              <a:buSzPts val="1800"/>
              <a:buFont typeface="Tahoma"/>
              <a:buChar char="•"/>
            </a:pPr>
            <a:r>
              <a:rPr lang="en-US" sz="1800" b="0" i="0" u="none">
                <a:solidFill>
                  <a:schemeClr val="dk1"/>
                </a:solidFill>
                <a:latin typeface="Tahoma"/>
                <a:ea typeface="Tahoma"/>
                <a:cs typeface="Tahoma"/>
                <a:sym typeface="Tahoma"/>
              </a:rPr>
              <a:t>Short Review/Planning/Summary</a:t>
            </a:r>
            <a:endParaRPr/>
          </a:p>
          <a:p>
            <a:pPr marL="342900" lvl="0" indent="-342900" algn="l" rtl="0">
              <a:lnSpc>
                <a:spcPct val="80000"/>
              </a:lnSpc>
              <a:spcBef>
                <a:spcPts val="360"/>
              </a:spcBef>
              <a:spcAft>
                <a:spcPts val="0"/>
              </a:spcAft>
              <a:buClr>
                <a:schemeClr val="dk1"/>
              </a:buClr>
              <a:buSzPts val="1800"/>
              <a:buFont typeface="Tahoma"/>
              <a:buChar char="•"/>
            </a:pPr>
            <a:r>
              <a:rPr lang="en-US" sz="1800" b="0" i="0" u="none">
                <a:solidFill>
                  <a:schemeClr val="dk1"/>
                </a:solidFill>
                <a:latin typeface="Tahoma"/>
                <a:ea typeface="Tahoma"/>
                <a:cs typeface="Tahoma"/>
                <a:sym typeface="Tahoma"/>
              </a:rPr>
              <a:t>Role Assignment: Counselor, Counselee, Prayer Warrior (rotate each 20 minutes).</a:t>
            </a:r>
            <a:endParaRPr/>
          </a:p>
          <a:p>
            <a:pPr marL="342900" lvl="0" indent="-342900" algn="l" rtl="0">
              <a:lnSpc>
                <a:spcPct val="80000"/>
              </a:lnSpc>
              <a:spcBef>
                <a:spcPts val="360"/>
              </a:spcBef>
              <a:spcAft>
                <a:spcPts val="0"/>
              </a:spcAft>
              <a:buClr>
                <a:schemeClr val="dk1"/>
              </a:buClr>
              <a:buSzPts val="1800"/>
              <a:buFont typeface="Tahoma"/>
              <a:buChar char="•"/>
            </a:pPr>
            <a:r>
              <a:rPr lang="en-US" sz="1800" b="0" i="0" u="none">
                <a:solidFill>
                  <a:schemeClr val="dk1"/>
                </a:solidFill>
                <a:latin typeface="Tahoma"/>
                <a:ea typeface="Tahoma"/>
                <a:cs typeface="Tahoma"/>
                <a:sym typeface="Tahoma"/>
              </a:rPr>
              <a:t>Review of Teachings Covered:</a:t>
            </a:r>
            <a:endParaRPr/>
          </a:p>
          <a:p>
            <a:pPr marL="742950" lvl="1" indent="-285750" algn="l" rtl="0">
              <a:lnSpc>
                <a:spcPct val="80000"/>
              </a:lnSpc>
              <a:spcBef>
                <a:spcPts val="320"/>
              </a:spcBef>
              <a:spcAft>
                <a:spcPts val="0"/>
              </a:spcAft>
              <a:buClr>
                <a:schemeClr val="dk1"/>
              </a:buClr>
              <a:buSzPts val="1600"/>
              <a:buFont typeface="Tahoma"/>
              <a:buChar char="–"/>
            </a:pPr>
            <a:r>
              <a:rPr lang="en-US" sz="1600" b="0" i="0" u="none">
                <a:solidFill>
                  <a:schemeClr val="dk1"/>
                </a:solidFill>
                <a:latin typeface="Tahoma"/>
                <a:ea typeface="Tahoma"/>
                <a:cs typeface="Tahoma"/>
                <a:sym typeface="Tahoma"/>
              </a:rPr>
              <a:t>Four Basic Laws – can you relate all your difficulties to these laws?</a:t>
            </a:r>
            <a:endParaRPr/>
          </a:p>
          <a:p>
            <a:pPr marL="742950" lvl="1" indent="-285750" algn="l" rtl="0">
              <a:lnSpc>
                <a:spcPct val="80000"/>
              </a:lnSpc>
              <a:spcBef>
                <a:spcPts val="320"/>
              </a:spcBef>
              <a:spcAft>
                <a:spcPts val="0"/>
              </a:spcAft>
              <a:buClr>
                <a:schemeClr val="dk1"/>
              </a:buClr>
              <a:buSzPts val="1600"/>
              <a:buFont typeface="Tahoma"/>
              <a:buChar char="–"/>
            </a:pPr>
            <a:r>
              <a:rPr lang="en-US" sz="1600" b="0" i="0" u="none">
                <a:solidFill>
                  <a:schemeClr val="dk1"/>
                </a:solidFill>
                <a:latin typeface="Tahoma"/>
                <a:ea typeface="Tahoma"/>
                <a:cs typeface="Tahoma"/>
                <a:sym typeface="Tahoma"/>
              </a:rPr>
              <a:t>Fruit to Root – can you recognize the most bitter fruit you are reaping now?</a:t>
            </a:r>
            <a:endParaRPr/>
          </a:p>
          <a:p>
            <a:pPr marL="742950" lvl="1" indent="-285750" algn="l" rtl="0">
              <a:lnSpc>
                <a:spcPct val="80000"/>
              </a:lnSpc>
              <a:spcBef>
                <a:spcPts val="320"/>
              </a:spcBef>
              <a:spcAft>
                <a:spcPts val="0"/>
              </a:spcAft>
              <a:buClr>
                <a:schemeClr val="dk1"/>
              </a:buClr>
              <a:buSzPts val="1600"/>
              <a:buFont typeface="Tahoma"/>
              <a:buChar char="–"/>
            </a:pPr>
            <a:r>
              <a:rPr lang="en-US" sz="1600" b="0" i="0" u="none">
                <a:solidFill>
                  <a:schemeClr val="dk1"/>
                </a:solidFill>
                <a:latin typeface="Tahoma"/>
                <a:ea typeface="Tahoma"/>
                <a:cs typeface="Tahoma"/>
                <a:sym typeface="Tahoma"/>
              </a:rPr>
              <a:t>Repentance &amp; Restitution and Accomplishing Forgiveness – what are the key ingredients to accomplish forgiveness?</a:t>
            </a:r>
            <a:endParaRPr/>
          </a:p>
          <a:p>
            <a:pPr marL="742950" lvl="1" indent="-285750" algn="l" rtl="0">
              <a:lnSpc>
                <a:spcPct val="80000"/>
              </a:lnSpc>
              <a:spcBef>
                <a:spcPts val="320"/>
              </a:spcBef>
              <a:spcAft>
                <a:spcPts val="0"/>
              </a:spcAft>
              <a:buClr>
                <a:schemeClr val="dk1"/>
              </a:buClr>
              <a:buSzPts val="1600"/>
              <a:buFont typeface="Tahoma"/>
              <a:buChar char="–"/>
            </a:pPr>
            <a:r>
              <a:rPr lang="en-US" sz="1600" b="0" i="0" u="none">
                <a:solidFill>
                  <a:schemeClr val="dk1"/>
                </a:solidFill>
                <a:latin typeface="Tahoma"/>
                <a:ea typeface="Tahoma"/>
                <a:cs typeface="Tahoma"/>
                <a:sym typeface="Tahoma"/>
              </a:rPr>
              <a:t>Bitter Roots – how is this affecting you and your relationship to others?</a:t>
            </a:r>
            <a:endParaRPr/>
          </a:p>
          <a:p>
            <a:pPr marL="342900" lvl="0" indent="-342900" algn="l" rtl="0">
              <a:lnSpc>
                <a:spcPct val="80000"/>
              </a:lnSpc>
              <a:spcBef>
                <a:spcPts val="360"/>
              </a:spcBef>
              <a:spcAft>
                <a:spcPts val="0"/>
              </a:spcAft>
              <a:buClr>
                <a:schemeClr val="dk1"/>
              </a:buClr>
              <a:buSzPts val="1800"/>
              <a:buFont typeface="Tahoma"/>
              <a:buChar char="•"/>
            </a:pPr>
            <a:r>
              <a:rPr lang="en-US" sz="1800" b="0" i="0" u="none">
                <a:solidFill>
                  <a:schemeClr val="dk1"/>
                </a:solidFill>
                <a:latin typeface="Tahoma"/>
                <a:ea typeface="Tahoma"/>
                <a:cs typeface="Tahoma"/>
                <a:sym typeface="Tahoma"/>
              </a:rPr>
              <a:t>Counselor starts practicing role by encouraging counselee to share reflections or personal ‘struck’ regarding previous lessons.  </a:t>
            </a:r>
            <a:endParaRPr/>
          </a:p>
          <a:p>
            <a:pPr marL="342900" lvl="0" indent="-342900" algn="l" rtl="0">
              <a:lnSpc>
                <a:spcPct val="80000"/>
              </a:lnSpc>
              <a:spcBef>
                <a:spcPts val="360"/>
              </a:spcBef>
              <a:spcAft>
                <a:spcPts val="0"/>
              </a:spcAft>
              <a:buClr>
                <a:schemeClr val="dk1"/>
              </a:buClr>
              <a:buSzPts val="1800"/>
              <a:buFont typeface="Tahoma"/>
              <a:buChar char="•"/>
            </a:pPr>
            <a:r>
              <a:rPr lang="en-US" sz="1800" b="0" i="0" u="none">
                <a:solidFill>
                  <a:schemeClr val="dk1"/>
                </a:solidFill>
                <a:latin typeface="Tahoma"/>
                <a:ea typeface="Tahoma"/>
                <a:cs typeface="Tahoma"/>
                <a:sym typeface="Tahoma"/>
              </a:rPr>
              <a:t>Prayer Warrior prays and intercedes but also ‘in’ participation and keeping ‘time’</a:t>
            </a:r>
            <a:endParaRPr/>
          </a:p>
          <a:p>
            <a:pPr marL="342900" lvl="0" indent="-342900" algn="l" rtl="0">
              <a:lnSpc>
                <a:spcPct val="80000"/>
              </a:lnSpc>
              <a:spcBef>
                <a:spcPts val="360"/>
              </a:spcBef>
              <a:spcAft>
                <a:spcPts val="0"/>
              </a:spcAft>
              <a:buClr>
                <a:schemeClr val="dk1"/>
              </a:buClr>
              <a:buSzPts val="1800"/>
              <a:buFont typeface="Tahoma"/>
              <a:buChar char="•"/>
            </a:pPr>
            <a:r>
              <a:rPr lang="en-US" sz="1800" b="0" i="0" u="none">
                <a:solidFill>
                  <a:schemeClr val="dk1"/>
                </a:solidFill>
                <a:latin typeface="Tahoma"/>
                <a:ea typeface="Tahoma"/>
                <a:cs typeface="Tahoma"/>
                <a:sym typeface="Tahoma"/>
              </a:rPr>
              <a:t>Counselee responds to questions as Counselor clarifies/paraphrases /confirms/probes/… all related to the covered teachings.</a:t>
            </a:r>
            <a:endParaRPr/>
          </a:p>
          <a:p>
            <a:pPr marL="342900" lvl="0" indent="-342900" algn="l" rtl="0">
              <a:lnSpc>
                <a:spcPct val="80000"/>
              </a:lnSpc>
              <a:spcBef>
                <a:spcPts val="360"/>
              </a:spcBef>
              <a:spcAft>
                <a:spcPts val="0"/>
              </a:spcAft>
              <a:buClr>
                <a:schemeClr val="dk1"/>
              </a:buClr>
              <a:buSzPts val="1800"/>
              <a:buFont typeface="Tahoma"/>
              <a:buChar char="•"/>
            </a:pPr>
            <a:r>
              <a:rPr lang="en-US" sz="1800" b="0" i="0" u="none">
                <a:solidFill>
                  <a:schemeClr val="dk1"/>
                </a:solidFill>
                <a:latin typeface="Tahoma"/>
                <a:ea typeface="Tahoma"/>
                <a:cs typeface="Tahoma"/>
                <a:sym typeface="Tahoma"/>
              </a:rPr>
              <a:t>Summarize the session with Counselor’s insights and understanding about the sharing of the Counselee ….leading to a prayers of Recognition and Repentance, using Sample Prayers as guide.</a:t>
            </a:r>
            <a:endParaRPr/>
          </a:p>
          <a:p>
            <a:pPr marL="342900" lvl="0" indent="-342900" algn="l" rtl="0">
              <a:lnSpc>
                <a:spcPct val="80000"/>
              </a:lnSpc>
              <a:spcBef>
                <a:spcPts val="360"/>
              </a:spcBef>
              <a:spcAft>
                <a:spcPts val="0"/>
              </a:spcAft>
              <a:buClr>
                <a:schemeClr val="dk1"/>
              </a:buClr>
              <a:buSzPts val="1800"/>
              <a:buFont typeface="Tahoma"/>
              <a:buChar char="•"/>
            </a:pPr>
            <a:r>
              <a:rPr lang="en-US" sz="1800" b="0" i="0" u="none">
                <a:solidFill>
                  <a:schemeClr val="dk1"/>
                </a:solidFill>
                <a:latin typeface="Tahoma"/>
                <a:ea typeface="Tahoma"/>
                <a:cs typeface="Tahoma"/>
                <a:sym typeface="Tahoma"/>
              </a:rPr>
              <a:t>Switch Roles and end the Small Group Session with a Prayer. </a:t>
            </a:r>
            <a:endParaRPr/>
          </a:p>
          <a:p>
            <a:pPr marL="342900" lvl="0" indent="-342900" algn="l" rtl="0">
              <a:lnSpc>
                <a:spcPct val="80000"/>
              </a:lnSpc>
              <a:spcBef>
                <a:spcPts val="360"/>
              </a:spcBef>
              <a:spcAft>
                <a:spcPts val="0"/>
              </a:spcAft>
              <a:buClr>
                <a:schemeClr val="dk1"/>
              </a:buClr>
              <a:buSzPts val="1800"/>
              <a:buFont typeface="Tahoma"/>
              <a:buChar char="•"/>
            </a:pPr>
            <a:r>
              <a:rPr lang="en-US" sz="1800" b="0" i="0" u="none">
                <a:solidFill>
                  <a:schemeClr val="dk1"/>
                </a:solidFill>
                <a:latin typeface="Tahoma"/>
                <a:ea typeface="Tahoma"/>
                <a:cs typeface="Tahoma"/>
                <a:sym typeface="Tahoma"/>
              </a:rPr>
              <a:t>Remind members of the group to meet during break time or meal time.</a:t>
            </a:r>
            <a:endParaRPr/>
          </a:p>
          <a:p>
            <a:pPr marL="342900" lvl="0" indent="-228600" algn="l" rtl="0">
              <a:lnSpc>
                <a:spcPct val="80000"/>
              </a:lnSpc>
              <a:spcBef>
                <a:spcPts val="360"/>
              </a:spcBef>
              <a:spcAft>
                <a:spcPts val="0"/>
              </a:spcAft>
              <a:buClr>
                <a:schemeClr val="dk1"/>
              </a:buClr>
              <a:buSzPts val="1800"/>
              <a:buFont typeface="Tahoma"/>
              <a:buNone/>
            </a:pPr>
            <a:endParaRPr sz="1800" b="0" i="0" u="none">
              <a:solidFill>
                <a:schemeClr val="dk1"/>
              </a:solidFill>
              <a:latin typeface="Tahoma"/>
              <a:ea typeface="Tahoma"/>
              <a:cs typeface="Tahoma"/>
              <a:sym typeface="Tahoma"/>
            </a:endParaRPr>
          </a:p>
          <a:p>
            <a:pPr marL="342900" lvl="0" indent="-228600" algn="l" rtl="0">
              <a:lnSpc>
                <a:spcPct val="80000"/>
              </a:lnSpc>
              <a:spcBef>
                <a:spcPts val="360"/>
              </a:spcBef>
              <a:spcAft>
                <a:spcPts val="0"/>
              </a:spcAft>
              <a:buClr>
                <a:schemeClr val="dk1"/>
              </a:buClr>
              <a:buSzPts val="1800"/>
              <a:buFont typeface="Tahoma"/>
              <a:buNone/>
            </a:pPr>
            <a:endParaRPr sz="1800" b="0" i="0" u="none">
              <a:solidFill>
                <a:schemeClr val="dk1"/>
              </a:solidFill>
              <a:latin typeface="Tahoma"/>
              <a:ea typeface="Tahoma"/>
              <a:cs typeface="Tahoma"/>
              <a:sym typeface="Tahoma"/>
            </a:endParaRPr>
          </a:p>
          <a:p>
            <a:pPr marL="342900" lvl="0" indent="-228600" algn="l" rtl="0">
              <a:spcBef>
                <a:spcPts val="360"/>
              </a:spcBef>
              <a:spcAft>
                <a:spcPts val="0"/>
              </a:spcAft>
              <a:buClr>
                <a:schemeClr val="dk1"/>
              </a:buClr>
              <a:buSzPts val="1800"/>
              <a:buFont typeface="Tahoma"/>
              <a:buNone/>
            </a:pPr>
            <a:endParaRPr sz="1800" b="0" i="0" u="none">
              <a:solidFill>
                <a:schemeClr val="dk1"/>
              </a:solidFill>
              <a:latin typeface="Tahoma"/>
              <a:ea typeface="Tahoma"/>
              <a:cs typeface="Tahoma"/>
              <a:sym typeface="Tahom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77"/>
          <p:cNvSpPr txBox="1">
            <a:spLocks noGrp="1"/>
          </p:cNvSpPr>
          <p:nvPr>
            <p:ph type="title"/>
          </p:nvPr>
        </p:nvSpPr>
        <p:spPr>
          <a:xfrm>
            <a:off x="609600" y="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3200"/>
              <a:buFont typeface="Tahoma"/>
              <a:buNone/>
            </a:pPr>
            <a:r>
              <a:rPr lang="en-US" sz="3200" b="1" i="0" u="none">
                <a:solidFill>
                  <a:schemeClr val="dk2"/>
                </a:solidFill>
                <a:latin typeface="Tahoma"/>
                <a:ea typeface="Tahoma"/>
                <a:cs typeface="Tahoma"/>
                <a:sym typeface="Tahoma"/>
              </a:rPr>
              <a:t>GUIDE FOR SMALL GROUP III</a:t>
            </a:r>
            <a:endParaRPr/>
          </a:p>
        </p:txBody>
      </p:sp>
      <p:sp>
        <p:nvSpPr>
          <p:cNvPr id="583" name="Google Shape;583;p77"/>
          <p:cNvSpPr txBox="1">
            <a:spLocks noGrp="1"/>
          </p:cNvSpPr>
          <p:nvPr>
            <p:ph type="body" idx="1"/>
          </p:nvPr>
        </p:nvSpPr>
        <p:spPr>
          <a:xfrm>
            <a:off x="457200" y="1143000"/>
            <a:ext cx="8229600" cy="5715000"/>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Clr>
                <a:schemeClr val="dk1"/>
              </a:buClr>
              <a:buSzPts val="1600"/>
              <a:buFont typeface="Tahoma"/>
              <a:buChar char="•"/>
            </a:pPr>
            <a:r>
              <a:rPr lang="en-US" sz="1600" b="0" i="0" u="none">
                <a:solidFill>
                  <a:schemeClr val="dk1"/>
                </a:solidFill>
                <a:latin typeface="Tahoma"/>
                <a:ea typeface="Tahoma"/>
                <a:cs typeface="Tahoma"/>
                <a:sym typeface="Tahoma"/>
              </a:rPr>
              <a:t>Opening Prayer (Small Group Prayer or others)</a:t>
            </a:r>
            <a:endParaRPr/>
          </a:p>
          <a:p>
            <a:pPr marL="342900" lvl="0" indent="-342900" algn="l" rtl="0">
              <a:lnSpc>
                <a:spcPct val="80000"/>
              </a:lnSpc>
              <a:spcBef>
                <a:spcPts val="320"/>
              </a:spcBef>
              <a:spcAft>
                <a:spcPts val="0"/>
              </a:spcAft>
              <a:buClr>
                <a:schemeClr val="dk1"/>
              </a:buClr>
              <a:buSzPts val="1600"/>
              <a:buFont typeface="Tahoma"/>
              <a:buChar char="•"/>
            </a:pPr>
            <a:r>
              <a:rPr lang="en-US" sz="1600" b="0" i="0" u="none">
                <a:solidFill>
                  <a:schemeClr val="dk1"/>
                </a:solidFill>
                <a:latin typeface="Tahoma"/>
                <a:ea typeface="Tahoma"/>
                <a:cs typeface="Tahoma"/>
                <a:sym typeface="Tahoma"/>
              </a:rPr>
              <a:t>Short Review and Summary.</a:t>
            </a:r>
            <a:endParaRPr/>
          </a:p>
          <a:p>
            <a:pPr marL="342900" lvl="0" indent="-342900" algn="l" rtl="0">
              <a:lnSpc>
                <a:spcPct val="80000"/>
              </a:lnSpc>
              <a:spcBef>
                <a:spcPts val="320"/>
              </a:spcBef>
              <a:spcAft>
                <a:spcPts val="0"/>
              </a:spcAft>
              <a:buClr>
                <a:schemeClr val="dk1"/>
              </a:buClr>
              <a:buSzPts val="1600"/>
              <a:buFont typeface="Tahoma"/>
              <a:buChar char="•"/>
            </a:pPr>
            <a:r>
              <a:rPr lang="en-US" sz="1600" b="0" i="0" u="none">
                <a:solidFill>
                  <a:schemeClr val="dk1"/>
                </a:solidFill>
                <a:latin typeface="Tahoma"/>
                <a:ea typeface="Tahoma"/>
                <a:cs typeface="Tahoma"/>
                <a:sym typeface="Tahoma"/>
              </a:rPr>
              <a:t>Role Assignment: Counselor, Counselee, Prayer Warrior (rotate each 20 minutes).</a:t>
            </a:r>
            <a:endParaRPr/>
          </a:p>
          <a:p>
            <a:pPr marL="342900" lvl="0" indent="-342900" algn="l" rtl="0">
              <a:lnSpc>
                <a:spcPct val="80000"/>
              </a:lnSpc>
              <a:spcBef>
                <a:spcPts val="320"/>
              </a:spcBef>
              <a:spcAft>
                <a:spcPts val="0"/>
              </a:spcAft>
              <a:buClr>
                <a:schemeClr val="dk1"/>
              </a:buClr>
              <a:buSzPts val="1600"/>
              <a:buFont typeface="Tahoma"/>
              <a:buChar char="•"/>
            </a:pPr>
            <a:r>
              <a:rPr lang="en-US" sz="1600" b="0" i="0" u="none">
                <a:solidFill>
                  <a:schemeClr val="dk1"/>
                </a:solidFill>
                <a:latin typeface="Tahoma"/>
                <a:ea typeface="Tahoma"/>
                <a:cs typeface="Tahoma"/>
                <a:sym typeface="Tahoma"/>
              </a:rPr>
              <a:t>Review of Teachings Covered:</a:t>
            </a:r>
            <a:endParaRPr/>
          </a:p>
          <a:p>
            <a:pPr marL="742950" lvl="1" indent="-285750" algn="l" rtl="0">
              <a:lnSpc>
                <a:spcPct val="80000"/>
              </a:lnSpc>
              <a:spcBef>
                <a:spcPts val="280"/>
              </a:spcBef>
              <a:spcAft>
                <a:spcPts val="0"/>
              </a:spcAft>
              <a:buClr>
                <a:schemeClr val="dk1"/>
              </a:buClr>
              <a:buSzPts val="1400"/>
              <a:buFont typeface="Tahoma"/>
              <a:buChar char="–"/>
            </a:pPr>
            <a:r>
              <a:rPr lang="en-US" sz="1400" b="0" i="0" u="none">
                <a:solidFill>
                  <a:schemeClr val="dk1"/>
                </a:solidFill>
                <a:latin typeface="Tahoma"/>
                <a:ea typeface="Tahoma"/>
                <a:cs typeface="Tahoma"/>
                <a:sym typeface="Tahoma"/>
              </a:rPr>
              <a:t>Four Basic Laws – which have you disobeyed the most? </a:t>
            </a:r>
            <a:endParaRPr/>
          </a:p>
          <a:p>
            <a:pPr marL="742950" lvl="1" indent="-285750" algn="l" rtl="0">
              <a:lnSpc>
                <a:spcPct val="80000"/>
              </a:lnSpc>
              <a:spcBef>
                <a:spcPts val="280"/>
              </a:spcBef>
              <a:spcAft>
                <a:spcPts val="0"/>
              </a:spcAft>
              <a:buClr>
                <a:schemeClr val="dk1"/>
              </a:buClr>
              <a:buSzPts val="1400"/>
              <a:buFont typeface="Tahoma"/>
              <a:buChar char="–"/>
            </a:pPr>
            <a:r>
              <a:rPr lang="en-US" sz="1400" b="0" i="0" u="none">
                <a:solidFill>
                  <a:schemeClr val="dk1"/>
                </a:solidFill>
                <a:latin typeface="Tahoma"/>
                <a:ea typeface="Tahoma"/>
                <a:cs typeface="Tahoma"/>
                <a:sym typeface="Tahoma"/>
              </a:rPr>
              <a:t>Fruit to Root – can you recognize the most bitter fruit you are reaping now?</a:t>
            </a:r>
            <a:endParaRPr/>
          </a:p>
          <a:p>
            <a:pPr marL="742950" lvl="1" indent="-285750" algn="l" rtl="0">
              <a:lnSpc>
                <a:spcPct val="80000"/>
              </a:lnSpc>
              <a:spcBef>
                <a:spcPts val="280"/>
              </a:spcBef>
              <a:spcAft>
                <a:spcPts val="0"/>
              </a:spcAft>
              <a:buClr>
                <a:schemeClr val="dk1"/>
              </a:buClr>
              <a:buSzPts val="1400"/>
              <a:buFont typeface="Tahoma"/>
              <a:buChar char="–"/>
            </a:pPr>
            <a:r>
              <a:rPr lang="en-US" sz="1400" b="0" i="0" u="none">
                <a:solidFill>
                  <a:schemeClr val="dk1"/>
                </a:solidFill>
                <a:latin typeface="Tahoma"/>
                <a:ea typeface="Tahoma"/>
                <a:cs typeface="Tahoma"/>
                <a:sym typeface="Tahoma"/>
              </a:rPr>
              <a:t>Honoring – what are you reaping  now because of dishonoring your parents?</a:t>
            </a:r>
            <a:endParaRPr/>
          </a:p>
          <a:p>
            <a:pPr marL="742950" lvl="1" indent="-285750" algn="l" rtl="0">
              <a:lnSpc>
                <a:spcPct val="80000"/>
              </a:lnSpc>
              <a:spcBef>
                <a:spcPts val="280"/>
              </a:spcBef>
              <a:spcAft>
                <a:spcPts val="0"/>
              </a:spcAft>
              <a:buClr>
                <a:schemeClr val="dk1"/>
              </a:buClr>
              <a:buSzPts val="1400"/>
              <a:buFont typeface="Tahoma"/>
              <a:buChar char="–"/>
            </a:pPr>
            <a:r>
              <a:rPr lang="en-US" sz="1400" b="0" i="0" u="none">
                <a:solidFill>
                  <a:schemeClr val="dk1"/>
                </a:solidFill>
                <a:latin typeface="Tahoma"/>
                <a:ea typeface="Tahoma"/>
                <a:cs typeface="Tahoma"/>
                <a:sym typeface="Tahoma"/>
              </a:rPr>
              <a:t>Basic Trust – how do you react when basic trust is broken?</a:t>
            </a:r>
            <a:endParaRPr/>
          </a:p>
          <a:p>
            <a:pPr marL="742950" lvl="1" indent="-285750" algn="l" rtl="0">
              <a:lnSpc>
                <a:spcPct val="80000"/>
              </a:lnSpc>
              <a:spcBef>
                <a:spcPts val="280"/>
              </a:spcBef>
              <a:spcAft>
                <a:spcPts val="0"/>
              </a:spcAft>
              <a:buClr>
                <a:schemeClr val="dk1"/>
              </a:buClr>
              <a:buSzPts val="1400"/>
              <a:buFont typeface="Tahoma"/>
              <a:buChar char="–"/>
            </a:pPr>
            <a:r>
              <a:rPr lang="en-US" sz="1400" b="0" i="0" u="none">
                <a:solidFill>
                  <a:schemeClr val="dk1"/>
                </a:solidFill>
                <a:latin typeface="Tahoma"/>
                <a:ea typeface="Tahoma"/>
                <a:cs typeface="Tahoma"/>
                <a:sym typeface="Tahoma"/>
              </a:rPr>
              <a:t>What are your traits that others can say that your are a Performance Oriented person?</a:t>
            </a:r>
            <a:endParaRPr/>
          </a:p>
          <a:p>
            <a:pPr marL="742950" lvl="1" indent="-285750" algn="l" rtl="0">
              <a:lnSpc>
                <a:spcPct val="80000"/>
              </a:lnSpc>
              <a:spcBef>
                <a:spcPts val="280"/>
              </a:spcBef>
              <a:spcAft>
                <a:spcPts val="0"/>
              </a:spcAft>
              <a:buClr>
                <a:schemeClr val="dk1"/>
              </a:buClr>
              <a:buSzPts val="1400"/>
              <a:buFont typeface="Tahoma"/>
              <a:buChar char="–"/>
            </a:pPr>
            <a:r>
              <a:rPr lang="en-US" sz="1400" b="0" i="0" u="none">
                <a:solidFill>
                  <a:schemeClr val="dk1"/>
                </a:solidFill>
                <a:latin typeface="Tahoma"/>
                <a:ea typeface="Tahoma"/>
                <a:cs typeface="Tahoma"/>
                <a:sym typeface="Tahoma"/>
              </a:rPr>
              <a:t>What experiences do you have will qualify you to be a good a good counselor?</a:t>
            </a:r>
            <a:endParaRPr/>
          </a:p>
          <a:p>
            <a:pPr marL="742950" lvl="1" indent="-196850" algn="l" rtl="0">
              <a:lnSpc>
                <a:spcPct val="80000"/>
              </a:lnSpc>
              <a:spcBef>
                <a:spcPts val="280"/>
              </a:spcBef>
              <a:spcAft>
                <a:spcPts val="0"/>
              </a:spcAft>
              <a:buClr>
                <a:schemeClr val="dk1"/>
              </a:buClr>
              <a:buSzPts val="1400"/>
              <a:buFont typeface="Tahoma"/>
              <a:buNone/>
            </a:pPr>
            <a:endParaRPr sz="1400" b="0" i="0" u="none">
              <a:solidFill>
                <a:schemeClr val="dk1"/>
              </a:solidFill>
              <a:latin typeface="Tahoma"/>
              <a:ea typeface="Tahoma"/>
              <a:cs typeface="Tahoma"/>
              <a:sym typeface="Tahoma"/>
            </a:endParaRPr>
          </a:p>
          <a:p>
            <a:pPr marL="342900" lvl="0" indent="-342900" algn="l" rtl="0">
              <a:lnSpc>
                <a:spcPct val="80000"/>
              </a:lnSpc>
              <a:spcBef>
                <a:spcPts val="320"/>
              </a:spcBef>
              <a:spcAft>
                <a:spcPts val="0"/>
              </a:spcAft>
              <a:buClr>
                <a:schemeClr val="dk1"/>
              </a:buClr>
              <a:buSzPts val="1600"/>
              <a:buFont typeface="Tahoma"/>
              <a:buChar char="•"/>
            </a:pPr>
            <a:r>
              <a:rPr lang="en-US" sz="1600" b="0" i="0" u="none">
                <a:solidFill>
                  <a:schemeClr val="dk1"/>
                </a:solidFill>
                <a:latin typeface="Tahoma"/>
                <a:ea typeface="Tahoma"/>
                <a:cs typeface="Tahoma"/>
                <a:sym typeface="Tahoma"/>
              </a:rPr>
              <a:t>Counselor starts practicing role by encouraging counselee to share reflections or personal ‘struck’ regarding previous lessons.  </a:t>
            </a:r>
            <a:endParaRPr/>
          </a:p>
          <a:p>
            <a:pPr marL="342900" lvl="0" indent="-342900" algn="l" rtl="0">
              <a:lnSpc>
                <a:spcPct val="80000"/>
              </a:lnSpc>
              <a:spcBef>
                <a:spcPts val="320"/>
              </a:spcBef>
              <a:spcAft>
                <a:spcPts val="0"/>
              </a:spcAft>
              <a:buClr>
                <a:schemeClr val="dk1"/>
              </a:buClr>
              <a:buSzPts val="1600"/>
              <a:buFont typeface="Tahoma"/>
              <a:buChar char="•"/>
            </a:pPr>
            <a:r>
              <a:rPr lang="en-US" sz="1600" b="0" i="0" u="none">
                <a:solidFill>
                  <a:schemeClr val="dk1"/>
                </a:solidFill>
                <a:latin typeface="Tahoma"/>
                <a:ea typeface="Tahoma"/>
                <a:cs typeface="Tahoma"/>
                <a:sym typeface="Tahoma"/>
              </a:rPr>
              <a:t>Prayer Warrior prays and intercedes but also ‘in’ participation and keeping ‘time’</a:t>
            </a:r>
            <a:endParaRPr/>
          </a:p>
          <a:p>
            <a:pPr marL="342900" lvl="0" indent="-342900" algn="l" rtl="0">
              <a:lnSpc>
                <a:spcPct val="80000"/>
              </a:lnSpc>
              <a:spcBef>
                <a:spcPts val="320"/>
              </a:spcBef>
              <a:spcAft>
                <a:spcPts val="0"/>
              </a:spcAft>
              <a:buClr>
                <a:schemeClr val="dk1"/>
              </a:buClr>
              <a:buSzPts val="1600"/>
              <a:buFont typeface="Tahoma"/>
              <a:buChar char="•"/>
            </a:pPr>
            <a:r>
              <a:rPr lang="en-US" sz="1600" b="0" i="0" u="none">
                <a:solidFill>
                  <a:schemeClr val="dk1"/>
                </a:solidFill>
                <a:latin typeface="Tahoma"/>
                <a:ea typeface="Tahoma"/>
                <a:cs typeface="Tahoma"/>
                <a:sym typeface="Tahoma"/>
              </a:rPr>
              <a:t>Counselee responds to questions as Counselor clarifies/paraphrases /confirms/probes/… all related to the covered teachings.</a:t>
            </a:r>
            <a:endParaRPr/>
          </a:p>
          <a:p>
            <a:pPr marL="342900" lvl="0" indent="-342900" algn="l" rtl="0">
              <a:lnSpc>
                <a:spcPct val="80000"/>
              </a:lnSpc>
              <a:spcBef>
                <a:spcPts val="320"/>
              </a:spcBef>
              <a:spcAft>
                <a:spcPts val="0"/>
              </a:spcAft>
              <a:buClr>
                <a:schemeClr val="dk1"/>
              </a:buClr>
              <a:buSzPts val="1600"/>
              <a:buFont typeface="Tahoma"/>
              <a:buChar char="•"/>
            </a:pPr>
            <a:r>
              <a:rPr lang="en-US" sz="1600" b="0" i="0" u="none">
                <a:solidFill>
                  <a:schemeClr val="dk1"/>
                </a:solidFill>
                <a:latin typeface="Tahoma"/>
                <a:ea typeface="Tahoma"/>
                <a:cs typeface="Tahoma"/>
                <a:sym typeface="Tahoma"/>
              </a:rPr>
              <a:t>Summarize the session with Counselor’s insights and understanding about the sharing of the Counselee ….leading to a prayers of Recognition and Repentance, using Sample Prayers as guide.</a:t>
            </a:r>
            <a:endParaRPr/>
          </a:p>
          <a:p>
            <a:pPr marL="342900" lvl="0" indent="-342900" algn="l" rtl="0">
              <a:lnSpc>
                <a:spcPct val="80000"/>
              </a:lnSpc>
              <a:spcBef>
                <a:spcPts val="320"/>
              </a:spcBef>
              <a:spcAft>
                <a:spcPts val="0"/>
              </a:spcAft>
              <a:buClr>
                <a:schemeClr val="dk1"/>
              </a:buClr>
              <a:buSzPts val="1600"/>
              <a:buFont typeface="Tahoma"/>
              <a:buChar char="•"/>
            </a:pPr>
            <a:r>
              <a:rPr lang="en-US" sz="1600" b="0" i="0" u="none">
                <a:solidFill>
                  <a:schemeClr val="dk1"/>
                </a:solidFill>
                <a:latin typeface="Tahoma"/>
                <a:ea typeface="Tahoma"/>
                <a:cs typeface="Tahoma"/>
                <a:sym typeface="Tahoma"/>
              </a:rPr>
              <a:t>Switch Roles and end the Small Group Session with a Prayer. </a:t>
            </a:r>
            <a:endParaRPr/>
          </a:p>
          <a:p>
            <a:pPr marL="342900" lvl="0" indent="-342900" algn="l" rtl="0">
              <a:lnSpc>
                <a:spcPct val="80000"/>
              </a:lnSpc>
              <a:spcBef>
                <a:spcPts val="320"/>
              </a:spcBef>
              <a:spcAft>
                <a:spcPts val="0"/>
              </a:spcAft>
              <a:buClr>
                <a:schemeClr val="dk1"/>
              </a:buClr>
              <a:buSzPts val="1600"/>
              <a:buFont typeface="Tahoma"/>
              <a:buChar char="•"/>
            </a:pPr>
            <a:r>
              <a:rPr lang="en-US" sz="1600" b="0" i="0" u="none">
                <a:solidFill>
                  <a:schemeClr val="dk1"/>
                </a:solidFill>
                <a:latin typeface="Tahoma"/>
                <a:ea typeface="Tahoma"/>
                <a:cs typeface="Tahoma"/>
                <a:sym typeface="Tahoma"/>
              </a:rPr>
              <a:t>Encourage members of the group to meet later and continue the contacts in the future.</a:t>
            </a:r>
            <a:endParaRPr/>
          </a:p>
          <a:p>
            <a:pPr marL="342900" lvl="0" indent="-342900" algn="l" rtl="0">
              <a:lnSpc>
                <a:spcPct val="80000"/>
              </a:lnSpc>
              <a:spcBef>
                <a:spcPts val="320"/>
              </a:spcBef>
              <a:spcAft>
                <a:spcPts val="0"/>
              </a:spcAft>
              <a:buClr>
                <a:schemeClr val="dk1"/>
              </a:buClr>
              <a:buSzPts val="1600"/>
              <a:buFont typeface="Tahoma"/>
              <a:buNone/>
            </a:pPr>
            <a:endParaRPr sz="1600" b="0" i="0" u="none">
              <a:solidFill>
                <a:schemeClr val="dk1"/>
              </a:solidFill>
              <a:latin typeface="Tahoma"/>
              <a:ea typeface="Tahoma"/>
              <a:cs typeface="Tahoma"/>
              <a:sym typeface="Tahoma"/>
            </a:endParaRPr>
          </a:p>
          <a:p>
            <a:pPr marL="342900" lvl="0" indent="-342900" algn="l" rtl="0">
              <a:lnSpc>
                <a:spcPct val="80000"/>
              </a:lnSpc>
              <a:spcBef>
                <a:spcPts val="320"/>
              </a:spcBef>
              <a:spcAft>
                <a:spcPts val="0"/>
              </a:spcAft>
              <a:buClr>
                <a:schemeClr val="dk1"/>
              </a:buClr>
              <a:buSzPts val="1600"/>
              <a:buFont typeface="Tahoma"/>
              <a:buNone/>
            </a:pPr>
            <a:endParaRPr sz="1600" b="0" i="0" u="none">
              <a:solidFill>
                <a:schemeClr val="dk1"/>
              </a:solidFill>
              <a:latin typeface="Tahoma"/>
              <a:ea typeface="Tahoma"/>
              <a:cs typeface="Tahoma"/>
              <a:sym typeface="Tahoma"/>
            </a:endParaRPr>
          </a:p>
          <a:p>
            <a:pPr marL="342900" lvl="0" indent="-241300" algn="l" rtl="0">
              <a:spcBef>
                <a:spcPts val="320"/>
              </a:spcBef>
              <a:spcAft>
                <a:spcPts val="0"/>
              </a:spcAft>
              <a:buClr>
                <a:schemeClr val="dk1"/>
              </a:buClr>
              <a:buSzPts val="1600"/>
              <a:buFont typeface="Tahoma"/>
              <a:buNone/>
            </a:pPr>
            <a:endParaRPr sz="1600" b="0" i="0" u="none">
              <a:solidFill>
                <a:schemeClr val="dk1"/>
              </a:solidFill>
              <a:latin typeface="Tahoma"/>
              <a:ea typeface="Tahoma"/>
              <a:cs typeface="Tahoma"/>
              <a:sym typeface="Tahom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78"/>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4400">
              <a:solidFill>
                <a:schemeClr val="dk2"/>
              </a:solidFill>
              <a:latin typeface="Tahoma"/>
              <a:ea typeface="Tahoma"/>
              <a:cs typeface="Tahoma"/>
              <a:sym typeface="Tahoma"/>
            </a:endParaRPr>
          </a:p>
        </p:txBody>
      </p:sp>
      <p:sp>
        <p:nvSpPr>
          <p:cNvPr id="589" name="Google Shape;589;p78"/>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marR="0" lvl="0" indent="-139700" algn="l" rtl="0">
              <a:spcBef>
                <a:spcPts val="0"/>
              </a:spcBef>
              <a:spcAft>
                <a:spcPts val="0"/>
              </a:spcAft>
              <a:buClr>
                <a:schemeClr val="dk1"/>
              </a:buClr>
              <a:buSzPts val="3200"/>
              <a:buFont typeface="Tahoma"/>
              <a:buNone/>
            </a:pPr>
            <a:endParaRPr sz="3200">
              <a:solidFill>
                <a:schemeClr val="dk1"/>
              </a:solidFill>
              <a:latin typeface="Tahoma"/>
              <a:ea typeface="Tahoma"/>
              <a:cs typeface="Tahoma"/>
              <a:sym typeface="Tahom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79"/>
          <p:cNvSpPr txBox="1">
            <a:spLocks noGrp="1"/>
          </p:cNvSpPr>
          <p:nvPr>
            <p:ph type="ctrTitle"/>
          </p:nvPr>
        </p:nvSpPr>
        <p:spPr>
          <a:xfrm>
            <a:off x="914400" y="26670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000"/>
              <a:buFont typeface="Tahoma"/>
              <a:buNone/>
            </a:pPr>
            <a:r>
              <a:rPr lang="en-US" sz="4000" b="1" i="0" u="none">
                <a:solidFill>
                  <a:schemeClr val="dk2"/>
                </a:solidFill>
                <a:latin typeface="Tahoma"/>
                <a:ea typeface="Tahoma"/>
                <a:cs typeface="Tahoma"/>
                <a:sym typeface="Tahoma"/>
              </a:rPr>
              <a:t>PRAYER COUNSELING</a:t>
            </a:r>
            <a:br>
              <a:rPr lang="en-US" sz="4000" b="1" i="0" u="none">
                <a:solidFill>
                  <a:schemeClr val="dk2"/>
                </a:solidFill>
                <a:latin typeface="Tahoma"/>
                <a:ea typeface="Tahoma"/>
                <a:cs typeface="Tahoma"/>
                <a:sym typeface="Tahoma"/>
              </a:rPr>
            </a:br>
            <a:r>
              <a:rPr lang="en-US" sz="4000" b="1" i="0" u="none">
                <a:solidFill>
                  <a:schemeClr val="dk2"/>
                </a:solidFill>
                <a:latin typeface="Tahoma"/>
                <a:ea typeface="Tahoma"/>
                <a:cs typeface="Tahoma"/>
                <a:sym typeface="Tahoma"/>
              </a:rPr>
              <a:t>SEMINAR</a:t>
            </a:r>
            <a:br>
              <a:rPr lang="en-US" sz="4000" b="1" i="0" u="none">
                <a:solidFill>
                  <a:schemeClr val="dk2"/>
                </a:solidFill>
                <a:latin typeface="Tahoma"/>
                <a:ea typeface="Tahoma"/>
                <a:cs typeface="Tahoma"/>
                <a:sym typeface="Tahoma"/>
              </a:rPr>
            </a:br>
            <a:r>
              <a:rPr lang="en-US" sz="4000" b="1" i="0" u="none">
                <a:solidFill>
                  <a:schemeClr val="dk2"/>
                </a:solidFill>
                <a:latin typeface="Tahoma"/>
                <a:ea typeface="Tahoma"/>
                <a:cs typeface="Tahoma"/>
                <a:sym typeface="Tahoma"/>
              </a:rPr>
              <a:t>WRAP-UP</a:t>
            </a:r>
            <a:endParaRPr/>
          </a:p>
        </p:txBody>
      </p:sp>
      <p:sp>
        <p:nvSpPr>
          <p:cNvPr id="596" name="Google Shape;596;p79"/>
          <p:cNvSpPr txBox="1">
            <a:spLocks noGrp="1"/>
          </p:cNvSpPr>
          <p:nvPr>
            <p:ph type="subTitle" idx="1"/>
          </p:nvPr>
        </p:nvSpPr>
        <p:spPr>
          <a:xfrm>
            <a:off x="1371600" y="5029200"/>
            <a:ext cx="6400800" cy="13716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640"/>
              </a:spcBef>
              <a:spcAft>
                <a:spcPts val="0"/>
              </a:spcAft>
              <a:buClr>
                <a:schemeClr val="dk1"/>
              </a:buClr>
              <a:buSzPts val="3200"/>
              <a:buFont typeface="Tahoma"/>
              <a:buNone/>
            </a:pPr>
            <a:r>
              <a:rPr lang="en-PH" b="1" dirty="0"/>
              <a:t>March 7 &amp; 8 2026</a:t>
            </a:r>
          </a:p>
          <a:p>
            <a:pPr marL="0" lvl="0" indent="0" algn="ctr" rtl="0">
              <a:lnSpc>
                <a:spcPct val="100000"/>
              </a:lnSpc>
              <a:spcBef>
                <a:spcPts val="640"/>
              </a:spcBef>
              <a:spcAft>
                <a:spcPts val="0"/>
              </a:spcAft>
              <a:buClr>
                <a:schemeClr val="dk1"/>
              </a:buClr>
              <a:buSzPts val="3200"/>
              <a:buFont typeface="Tahoma"/>
              <a:buNone/>
            </a:pPr>
            <a:r>
              <a:rPr lang="en-PH" sz="3200" b="1" i="0" u="none" dirty="0">
                <a:solidFill>
                  <a:schemeClr val="dk1"/>
                </a:solidFill>
                <a:latin typeface="Tahoma"/>
                <a:ea typeface="Tahoma"/>
                <a:cs typeface="Tahoma"/>
                <a:sym typeface="Tahoma"/>
              </a:rPr>
              <a:t>BLD Cebu Clu</a:t>
            </a:r>
            <a:r>
              <a:rPr lang="en-PH" b="1" dirty="0"/>
              <a:t>ster</a:t>
            </a:r>
            <a:endParaRPr sz="3200" b="1" i="0" u="none" dirty="0">
              <a:solidFill>
                <a:schemeClr val="dk1"/>
              </a:solidFill>
              <a:latin typeface="Tahoma"/>
              <a:ea typeface="Tahoma"/>
              <a:cs typeface="Tahoma"/>
              <a:sym typeface="Tahoma"/>
            </a:endParaRPr>
          </a:p>
        </p:txBody>
      </p:sp>
      <p:pic>
        <p:nvPicPr>
          <p:cNvPr id="597" name="Google Shape;597;p79" descr="BHEADP"/>
          <p:cNvPicPr preferRelativeResize="0"/>
          <p:nvPr/>
        </p:nvPicPr>
        <p:blipFill rotWithShape="1">
          <a:blip r:embed="rId3">
            <a:alphaModFix/>
          </a:blip>
          <a:srcRect/>
          <a:stretch/>
        </p:blipFill>
        <p:spPr>
          <a:xfrm>
            <a:off x="1066800" y="533400"/>
            <a:ext cx="8077200" cy="10414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80"/>
          <p:cNvSpPr txBox="1">
            <a:spLocks noGrp="1"/>
          </p:cNvSpPr>
          <p:nvPr>
            <p:ph type="ctrTitle"/>
          </p:nvPr>
        </p:nvSpPr>
        <p:spPr>
          <a:xfrm>
            <a:off x="914400" y="266700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4000"/>
              <a:buFont typeface="Tahoma"/>
              <a:buNone/>
            </a:pPr>
            <a:br>
              <a:rPr lang="en-US" sz="4000" b="1" i="0" u="none">
                <a:solidFill>
                  <a:schemeClr val="dk2"/>
                </a:solidFill>
                <a:latin typeface="Tahoma"/>
                <a:ea typeface="Tahoma"/>
                <a:cs typeface="Tahoma"/>
                <a:sym typeface="Tahoma"/>
              </a:rPr>
            </a:br>
            <a:br>
              <a:rPr lang="en-US" sz="4000" b="1" i="0" u="none">
                <a:solidFill>
                  <a:schemeClr val="dk2"/>
                </a:solidFill>
                <a:latin typeface="Tahoma"/>
                <a:ea typeface="Tahoma"/>
                <a:cs typeface="Tahoma"/>
                <a:sym typeface="Tahoma"/>
              </a:rPr>
            </a:br>
            <a:r>
              <a:rPr lang="en-US" sz="4000" b="1" i="0" u="none">
                <a:solidFill>
                  <a:schemeClr val="dk2"/>
                </a:solidFill>
                <a:latin typeface="Tahoma"/>
                <a:ea typeface="Tahoma"/>
                <a:cs typeface="Tahoma"/>
                <a:sym typeface="Tahoma"/>
              </a:rPr>
              <a:t>“..Take the plank out of your own eye, and then you will see clearly to take away the speck that is in your brother’s eye.”  </a:t>
            </a:r>
            <a:br>
              <a:rPr lang="en-US" sz="4000" b="1" i="0" u="none">
                <a:solidFill>
                  <a:schemeClr val="dk2"/>
                </a:solidFill>
                <a:latin typeface="Tahoma"/>
                <a:ea typeface="Tahoma"/>
                <a:cs typeface="Tahoma"/>
                <a:sym typeface="Tahoma"/>
              </a:rPr>
            </a:br>
            <a:r>
              <a:rPr lang="en-US" sz="4000" b="1" i="0" u="none">
                <a:solidFill>
                  <a:schemeClr val="dk2"/>
                </a:solidFill>
                <a:latin typeface="Tahoma"/>
                <a:ea typeface="Tahoma"/>
                <a:cs typeface="Tahoma"/>
                <a:sym typeface="Tahoma"/>
              </a:rPr>
              <a:t>Lk 6:42b</a:t>
            </a:r>
            <a:endParaRPr/>
          </a:p>
        </p:txBody>
      </p:sp>
      <p:sp>
        <p:nvSpPr>
          <p:cNvPr id="604" name="Google Shape;604;p80"/>
          <p:cNvSpPr txBox="1">
            <a:spLocks noGrp="1"/>
          </p:cNvSpPr>
          <p:nvPr>
            <p:ph type="subTitle" idx="1"/>
          </p:nvPr>
        </p:nvSpPr>
        <p:spPr>
          <a:xfrm rot="10800000">
            <a:off x="1295400" y="6400800"/>
            <a:ext cx="76200" cy="152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3200"/>
              <a:buFont typeface="Tahoma"/>
              <a:buNone/>
            </a:pPr>
            <a:endParaRPr/>
          </a:p>
        </p:txBody>
      </p:sp>
      <p:pic>
        <p:nvPicPr>
          <p:cNvPr id="605" name="Google Shape;605;p80" descr="BHEADP"/>
          <p:cNvPicPr preferRelativeResize="0"/>
          <p:nvPr/>
        </p:nvPicPr>
        <p:blipFill rotWithShape="1">
          <a:blip r:embed="rId3">
            <a:alphaModFix/>
          </a:blip>
          <a:srcRect/>
          <a:stretch/>
        </p:blipFill>
        <p:spPr>
          <a:xfrm>
            <a:off x="1066800" y="533400"/>
            <a:ext cx="8077200" cy="10414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81"/>
          <p:cNvSpPr txBox="1">
            <a:spLocks noGrp="1"/>
          </p:cNvSpPr>
          <p:nvPr>
            <p:ph type="title"/>
          </p:nvPr>
        </p:nvSpPr>
        <p:spPr>
          <a:xfrm>
            <a:off x="685800" y="304800"/>
            <a:ext cx="8282400" cy="1295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2600"/>
              <a:buFont typeface="Tahoma"/>
              <a:buNone/>
            </a:pPr>
            <a:r>
              <a:rPr lang="en-US" sz="2700" b="1" i="0" u="none">
                <a:solidFill>
                  <a:schemeClr val="dk2"/>
                </a:solidFill>
                <a:latin typeface="Tahoma"/>
                <a:ea typeface="Tahoma"/>
                <a:cs typeface="Tahoma"/>
                <a:sym typeface="Tahoma"/>
              </a:rPr>
              <a:t>“..Take the plank out of your own eye, and then you will see clearly to take away the speck that is in your brother’s eye.”  Lk 6:42b</a:t>
            </a:r>
            <a:endParaRPr sz="4500"/>
          </a:p>
        </p:txBody>
      </p:sp>
      <p:sp>
        <p:nvSpPr>
          <p:cNvPr id="611" name="Google Shape;611;p81"/>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139700" algn="l" rtl="0">
              <a:spcBef>
                <a:spcPts val="0"/>
              </a:spcBef>
              <a:spcAft>
                <a:spcPts val="0"/>
              </a:spcAft>
              <a:buClr>
                <a:schemeClr val="dk1"/>
              </a:buClr>
              <a:buSzPts val="3200"/>
              <a:buFont typeface="Tahoma"/>
              <a:buNone/>
            </a:pPr>
            <a:endParaRPr sz="3200">
              <a:solidFill>
                <a:schemeClr val="dk1"/>
              </a:solidFill>
              <a:latin typeface="Tahoma"/>
              <a:ea typeface="Tahoma"/>
              <a:cs typeface="Tahoma"/>
              <a:sym typeface="Tahoma"/>
            </a:endParaRPr>
          </a:p>
        </p:txBody>
      </p:sp>
      <p:pic>
        <p:nvPicPr>
          <p:cNvPr id="612" name="Google Shape;612;p81" descr="A%20man%20with%20a%20plank%20in%20his%20eye"/>
          <p:cNvPicPr preferRelativeResize="0"/>
          <p:nvPr/>
        </p:nvPicPr>
        <p:blipFill rotWithShape="1">
          <a:blip r:embed="rId3">
            <a:alphaModFix/>
          </a:blip>
          <a:srcRect/>
          <a:stretch/>
        </p:blipFill>
        <p:spPr>
          <a:xfrm>
            <a:off x="762000" y="1676400"/>
            <a:ext cx="7162800" cy="4876800"/>
          </a:xfrm>
          <a:prstGeom prst="rect">
            <a:avLst/>
          </a:prstGeom>
          <a:noFill/>
          <a:ln>
            <a:noFill/>
          </a:ln>
        </p:spPr>
      </p:pic>
      <p:sp>
        <p:nvSpPr>
          <p:cNvPr id="613" name="Google Shape;613;p81"/>
          <p:cNvSpPr txBox="1"/>
          <p:nvPr/>
        </p:nvSpPr>
        <p:spPr>
          <a:xfrm rot="-180000">
            <a:off x="3740150" y="4265612"/>
            <a:ext cx="9906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2400"/>
              <a:buFont typeface="Tahoma"/>
              <a:buNone/>
            </a:pPr>
            <a:r>
              <a:rPr lang="en-US" sz="2400" b="1" i="0" u="none">
                <a:solidFill>
                  <a:srgbClr val="FF0000"/>
                </a:solidFill>
                <a:latin typeface="Tahoma"/>
                <a:ea typeface="Tahoma"/>
                <a:cs typeface="Tahoma"/>
                <a:sym typeface="Tahoma"/>
              </a:rPr>
              <a:t>BLD</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82"/>
          <p:cNvSpPr txBox="1">
            <a:spLocks noGrp="1"/>
          </p:cNvSpPr>
          <p:nvPr>
            <p:ph type="ctrTitle"/>
          </p:nvPr>
        </p:nvSpPr>
        <p:spPr>
          <a:xfrm>
            <a:off x="609600" y="228600"/>
            <a:ext cx="77724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400"/>
              <a:buFont typeface="Tahoma"/>
              <a:buNone/>
            </a:pPr>
            <a:r>
              <a:rPr lang="en-US" sz="4400" b="1" i="0" u="none">
                <a:solidFill>
                  <a:schemeClr val="dk2"/>
                </a:solidFill>
                <a:latin typeface="Tahoma"/>
                <a:ea typeface="Tahoma"/>
                <a:cs typeface="Tahoma"/>
                <a:sym typeface="Tahoma"/>
              </a:rPr>
              <a:t>FOUR PRIMARY LAWS</a:t>
            </a:r>
            <a:endParaRPr/>
          </a:p>
        </p:txBody>
      </p:sp>
      <p:sp>
        <p:nvSpPr>
          <p:cNvPr id="620" name="Google Shape;620;p82"/>
          <p:cNvSpPr txBox="1">
            <a:spLocks noGrp="1"/>
          </p:cNvSpPr>
          <p:nvPr>
            <p:ph type="subTitle" idx="1"/>
          </p:nvPr>
        </p:nvSpPr>
        <p:spPr>
          <a:xfrm>
            <a:off x="381000" y="1295400"/>
            <a:ext cx="8625900" cy="5867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800"/>
              <a:buFont typeface="Tahoma"/>
              <a:buNone/>
            </a:pPr>
            <a:endParaRPr/>
          </a:p>
          <a:p>
            <a:pPr marL="609600" lvl="0" indent="-615950" algn="l" rtl="0">
              <a:lnSpc>
                <a:spcPct val="100000"/>
              </a:lnSpc>
              <a:spcBef>
                <a:spcPts val="560"/>
              </a:spcBef>
              <a:spcAft>
                <a:spcPts val="0"/>
              </a:spcAft>
              <a:buClr>
                <a:schemeClr val="dk1"/>
              </a:buClr>
              <a:buSzPts val="2900"/>
              <a:buFont typeface="Tahoma"/>
              <a:buAutoNum type="arabicPeriod"/>
            </a:pPr>
            <a:r>
              <a:rPr lang="en-US" sz="2900" b="1" i="0" u="none">
                <a:solidFill>
                  <a:schemeClr val="dk1"/>
                </a:solidFill>
                <a:latin typeface="Tahoma"/>
                <a:ea typeface="Tahoma"/>
                <a:cs typeface="Tahoma"/>
                <a:sym typeface="Tahoma"/>
              </a:rPr>
              <a:t>Honor your father and mother. ( Dt 5:16)</a:t>
            </a:r>
            <a:endParaRPr sz="3300"/>
          </a:p>
          <a:p>
            <a:pPr marL="609600" lvl="0" indent="-609600" algn="l" rtl="0">
              <a:lnSpc>
                <a:spcPct val="100000"/>
              </a:lnSpc>
              <a:spcBef>
                <a:spcPts val="560"/>
              </a:spcBef>
              <a:spcAft>
                <a:spcPts val="0"/>
              </a:spcAft>
              <a:buClr>
                <a:schemeClr val="dk1"/>
              </a:buClr>
              <a:buSzPts val="2800"/>
              <a:buFont typeface="Tahoma"/>
              <a:buNone/>
            </a:pPr>
            <a:r>
              <a:rPr lang="en-US" sz="2900" b="1" i="0" u="none">
                <a:solidFill>
                  <a:schemeClr val="dk1"/>
                </a:solidFill>
                <a:latin typeface="Tahoma"/>
                <a:ea typeface="Tahoma"/>
                <a:cs typeface="Tahoma"/>
                <a:sym typeface="Tahoma"/>
              </a:rPr>
              <a:t> </a:t>
            </a:r>
            <a:endParaRPr sz="3300"/>
          </a:p>
          <a:p>
            <a:pPr marL="609600" lvl="0" indent="-609600" algn="l" rtl="0">
              <a:lnSpc>
                <a:spcPct val="100000"/>
              </a:lnSpc>
              <a:spcBef>
                <a:spcPts val="560"/>
              </a:spcBef>
              <a:spcAft>
                <a:spcPts val="0"/>
              </a:spcAft>
              <a:buClr>
                <a:schemeClr val="dk1"/>
              </a:buClr>
              <a:buSzPts val="2800"/>
              <a:buFont typeface="Tahoma"/>
              <a:buNone/>
            </a:pPr>
            <a:r>
              <a:rPr lang="en-US" sz="2900" b="1" i="0" u="none">
                <a:solidFill>
                  <a:schemeClr val="dk1"/>
                </a:solidFill>
                <a:latin typeface="Tahoma"/>
                <a:ea typeface="Tahoma"/>
                <a:cs typeface="Tahoma"/>
                <a:sym typeface="Tahoma"/>
              </a:rPr>
              <a:t>2.	Do not judge lest you be judge. (Mt 7:1-2)</a:t>
            </a:r>
            <a:endParaRPr sz="3300"/>
          </a:p>
          <a:p>
            <a:pPr marL="609600" lvl="0" indent="-609600" algn="l" rtl="0">
              <a:lnSpc>
                <a:spcPct val="100000"/>
              </a:lnSpc>
              <a:spcBef>
                <a:spcPts val="560"/>
              </a:spcBef>
              <a:spcAft>
                <a:spcPts val="0"/>
              </a:spcAft>
              <a:buClr>
                <a:schemeClr val="dk1"/>
              </a:buClr>
              <a:buSzPts val="2800"/>
              <a:buFont typeface="Tahoma"/>
              <a:buNone/>
            </a:pPr>
            <a:endParaRPr sz="2900" b="1" i="0" u="none">
              <a:solidFill>
                <a:schemeClr val="dk1"/>
              </a:solidFill>
              <a:latin typeface="Tahoma"/>
              <a:ea typeface="Tahoma"/>
              <a:cs typeface="Tahoma"/>
              <a:sym typeface="Tahoma"/>
            </a:endParaRPr>
          </a:p>
          <a:p>
            <a:pPr marL="609600" lvl="0" indent="-609600" algn="l" rtl="0">
              <a:lnSpc>
                <a:spcPct val="100000"/>
              </a:lnSpc>
              <a:spcBef>
                <a:spcPts val="560"/>
              </a:spcBef>
              <a:spcAft>
                <a:spcPts val="0"/>
              </a:spcAft>
              <a:buClr>
                <a:schemeClr val="dk1"/>
              </a:buClr>
              <a:buSzPts val="2800"/>
              <a:buFont typeface="Tahoma"/>
              <a:buNone/>
            </a:pPr>
            <a:r>
              <a:rPr lang="en-US" sz="2900" b="1" i="0" u="none">
                <a:solidFill>
                  <a:schemeClr val="dk1"/>
                </a:solidFill>
                <a:latin typeface="Tahoma"/>
                <a:ea typeface="Tahoma"/>
                <a:cs typeface="Tahoma"/>
                <a:sym typeface="Tahoma"/>
              </a:rPr>
              <a:t>3.	What a man sow, this he will also reap. (Ga 6:7-8).</a:t>
            </a:r>
            <a:endParaRPr sz="3300"/>
          </a:p>
          <a:p>
            <a:pPr marL="609600" lvl="0" indent="-609600" algn="l" rtl="0">
              <a:lnSpc>
                <a:spcPct val="100000"/>
              </a:lnSpc>
              <a:spcBef>
                <a:spcPts val="560"/>
              </a:spcBef>
              <a:spcAft>
                <a:spcPts val="0"/>
              </a:spcAft>
              <a:buClr>
                <a:schemeClr val="dk1"/>
              </a:buClr>
              <a:buSzPts val="2800"/>
              <a:buFont typeface="Tahoma"/>
              <a:buNone/>
            </a:pPr>
            <a:endParaRPr sz="2900" b="1" i="0" u="none">
              <a:solidFill>
                <a:schemeClr val="dk1"/>
              </a:solidFill>
              <a:latin typeface="Tahoma"/>
              <a:ea typeface="Tahoma"/>
              <a:cs typeface="Tahoma"/>
              <a:sym typeface="Tahoma"/>
            </a:endParaRPr>
          </a:p>
          <a:p>
            <a:pPr marL="609600" lvl="0" indent="-609600" algn="l" rtl="0">
              <a:lnSpc>
                <a:spcPct val="100000"/>
              </a:lnSpc>
              <a:spcBef>
                <a:spcPts val="560"/>
              </a:spcBef>
              <a:spcAft>
                <a:spcPts val="0"/>
              </a:spcAft>
              <a:buClr>
                <a:schemeClr val="dk1"/>
              </a:buClr>
              <a:buSzPts val="2800"/>
              <a:buFont typeface="Tahoma"/>
              <a:buNone/>
            </a:pPr>
            <a:r>
              <a:rPr lang="en-US" sz="2900" b="1" i="0" u="none">
                <a:solidFill>
                  <a:schemeClr val="dk1"/>
                </a:solidFill>
                <a:latin typeface="Tahoma"/>
                <a:ea typeface="Tahoma"/>
                <a:cs typeface="Tahoma"/>
                <a:sym typeface="Tahoma"/>
              </a:rPr>
              <a:t>4.	For in that you judge another, you condemn yourself (Ro 2:1)</a:t>
            </a:r>
            <a:endParaRPr sz="2900" b="1" i="0" u="sng">
              <a:solidFill>
                <a:schemeClr val="dk1"/>
              </a:solidFill>
              <a:latin typeface="Tahoma"/>
              <a:ea typeface="Tahoma"/>
              <a:cs typeface="Tahoma"/>
              <a:sym typeface="Tahoma"/>
            </a:endParaRPr>
          </a:p>
          <a:p>
            <a:pPr marL="0" lvl="0" indent="0" algn="ctr" rtl="0">
              <a:spcBef>
                <a:spcPts val="560"/>
              </a:spcBef>
              <a:spcAft>
                <a:spcPts val="0"/>
              </a:spcAft>
              <a:buClr>
                <a:schemeClr val="dk1"/>
              </a:buClr>
              <a:buSzPts val="2800"/>
              <a:buFont typeface="Tahoma"/>
              <a:buNone/>
            </a:pPr>
            <a:endParaRPr sz="2800" b="1" i="0" u="sng">
              <a:solidFill>
                <a:schemeClr val="dk1"/>
              </a:solidFill>
              <a:latin typeface="Tahoma"/>
              <a:ea typeface="Tahoma"/>
              <a:cs typeface="Tahoma"/>
              <a:sym typeface="Tahoma"/>
            </a:endParaRPr>
          </a:p>
        </p:txBody>
      </p:sp>
      <p:cxnSp>
        <p:nvCxnSpPr>
          <p:cNvPr id="621" name="Google Shape;621;p82"/>
          <p:cNvCxnSpPr/>
          <p:nvPr/>
        </p:nvCxnSpPr>
        <p:spPr>
          <a:xfrm>
            <a:off x="495300" y="1176250"/>
            <a:ext cx="8153400" cy="0"/>
          </a:xfrm>
          <a:prstGeom prst="straightConnector1">
            <a:avLst/>
          </a:prstGeom>
          <a:noFill/>
          <a:ln w="76200" cap="flat" cmpd="sng">
            <a:solidFill>
              <a:srgbClr val="FF0000"/>
            </a:solidFill>
            <a:prstDash val="solid"/>
            <a:miter lim="800000"/>
            <a:headEnd type="none" w="med" len="med"/>
            <a:tailEnd type="none" w="med" len="med"/>
          </a:ln>
        </p:spPr>
      </p:cxn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83"/>
          <p:cNvSpPr txBox="1">
            <a:spLocks noGrp="1"/>
          </p:cNvSpPr>
          <p:nvPr>
            <p:ph type="title"/>
          </p:nvPr>
        </p:nvSpPr>
        <p:spPr>
          <a:xfrm>
            <a:off x="685800" y="228600"/>
            <a:ext cx="7772400" cy="1233300"/>
          </a:xfrm>
          <a:prstGeom prst="rect">
            <a:avLst/>
          </a:prstGeom>
          <a:noFill/>
          <a:ln>
            <a:noFill/>
          </a:ln>
        </p:spPr>
        <p:txBody>
          <a:bodyPr spcFirstLastPara="1" wrap="square" lIns="91425" tIns="45700" rIns="91425" bIns="45700" anchor="ctr" anchorCtr="0">
            <a:noAutofit/>
          </a:bodyPr>
          <a:lstStyle/>
          <a:p>
            <a:pPr marL="838200" lvl="0" indent="-838200" algn="l" rtl="0">
              <a:lnSpc>
                <a:spcPct val="100000"/>
              </a:lnSpc>
              <a:spcBef>
                <a:spcPts val="0"/>
              </a:spcBef>
              <a:spcAft>
                <a:spcPts val="0"/>
              </a:spcAft>
              <a:buClr>
                <a:schemeClr val="dk2"/>
              </a:buClr>
              <a:buSzPts val="2800"/>
              <a:buFont typeface="Tahoma"/>
              <a:buNone/>
            </a:pPr>
            <a:br>
              <a:rPr lang="en-US" sz="2800" b="1" i="0" u="none">
                <a:solidFill>
                  <a:schemeClr val="dk2"/>
                </a:solidFill>
                <a:latin typeface="Tahoma"/>
                <a:ea typeface="Tahoma"/>
                <a:cs typeface="Tahoma"/>
                <a:sym typeface="Tahoma"/>
              </a:rPr>
            </a:br>
            <a:r>
              <a:rPr lang="en-US" sz="2400" b="1" i="0" u="none">
                <a:solidFill>
                  <a:schemeClr val="dk2"/>
                </a:solidFill>
                <a:latin typeface="Tahoma"/>
                <a:ea typeface="Tahoma"/>
                <a:cs typeface="Tahoma"/>
                <a:sym typeface="Tahoma"/>
              </a:rPr>
              <a:t>Four Primary Laws:</a:t>
            </a:r>
            <a:br>
              <a:rPr lang="en-US" sz="2400" b="1" i="0" u="none">
                <a:solidFill>
                  <a:schemeClr val="dk2"/>
                </a:solidFill>
                <a:latin typeface="Tahoma"/>
                <a:ea typeface="Tahoma"/>
                <a:cs typeface="Tahoma"/>
                <a:sym typeface="Tahoma"/>
              </a:rPr>
            </a:br>
            <a:r>
              <a:rPr lang="en-US" sz="2600" b="1" i="0" u="none">
                <a:solidFill>
                  <a:schemeClr val="dk2"/>
                </a:solidFill>
                <a:latin typeface="Tahoma"/>
                <a:ea typeface="Tahoma"/>
                <a:cs typeface="Tahoma"/>
                <a:sym typeface="Tahoma"/>
              </a:rPr>
              <a:t>Honor your father and mother. ( Dt 5:16)</a:t>
            </a:r>
            <a:br>
              <a:rPr lang="en-US" sz="2600" b="1" i="0" u="none">
                <a:solidFill>
                  <a:schemeClr val="dk2"/>
                </a:solidFill>
                <a:latin typeface="Tahoma"/>
                <a:ea typeface="Tahoma"/>
                <a:cs typeface="Tahoma"/>
                <a:sym typeface="Tahoma"/>
              </a:rPr>
            </a:br>
            <a:endParaRPr sz="4600"/>
          </a:p>
        </p:txBody>
      </p:sp>
      <p:sp>
        <p:nvSpPr>
          <p:cNvPr id="627" name="Google Shape;627;p83"/>
          <p:cNvSpPr txBox="1">
            <a:spLocks noGrp="1"/>
          </p:cNvSpPr>
          <p:nvPr>
            <p:ph type="body" idx="1"/>
          </p:nvPr>
        </p:nvSpPr>
        <p:spPr>
          <a:xfrm>
            <a:off x="685800" y="1295400"/>
            <a:ext cx="7772400" cy="5334000"/>
          </a:xfrm>
          <a:prstGeom prst="rect">
            <a:avLst/>
          </a:prstGeom>
          <a:noFill/>
          <a:ln>
            <a:noFill/>
          </a:ln>
        </p:spPr>
        <p:txBody>
          <a:bodyPr spcFirstLastPara="1" wrap="square" lIns="91425" tIns="45700" rIns="91425" bIns="45700" anchor="t" anchorCtr="0">
            <a:noAutofit/>
          </a:bodyPr>
          <a:lstStyle/>
          <a:p>
            <a:pPr marL="342900" lvl="0" indent="-139700" algn="l" rtl="0">
              <a:spcBef>
                <a:spcPts val="0"/>
              </a:spcBef>
              <a:spcAft>
                <a:spcPts val="0"/>
              </a:spcAft>
              <a:buClr>
                <a:schemeClr val="dk1"/>
              </a:buClr>
              <a:buSzPts val="3200"/>
              <a:buFont typeface="Tahoma"/>
              <a:buNone/>
            </a:pPr>
            <a:endParaRPr sz="3200">
              <a:solidFill>
                <a:schemeClr val="dk1"/>
              </a:solidFill>
              <a:latin typeface="Tahoma"/>
              <a:ea typeface="Tahoma"/>
              <a:cs typeface="Tahoma"/>
              <a:sym typeface="Tahoma"/>
            </a:endParaRPr>
          </a:p>
        </p:txBody>
      </p:sp>
      <p:pic>
        <p:nvPicPr>
          <p:cNvPr id="628" name="Google Shape;628;p83" descr="240px-Rembrandt-The_return_of_the_prodigal_son"/>
          <p:cNvPicPr preferRelativeResize="0"/>
          <p:nvPr/>
        </p:nvPicPr>
        <p:blipFill rotWithShape="1">
          <a:blip r:embed="rId3">
            <a:alphaModFix/>
          </a:blip>
          <a:srcRect/>
          <a:stretch/>
        </p:blipFill>
        <p:spPr>
          <a:xfrm>
            <a:off x="914400" y="1675175"/>
            <a:ext cx="6553200" cy="437002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84"/>
          <p:cNvSpPr txBox="1"/>
          <p:nvPr/>
        </p:nvSpPr>
        <p:spPr>
          <a:xfrm>
            <a:off x="-550862" y="649287"/>
            <a:ext cx="3370262" cy="484505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2400"/>
              <a:buFont typeface="Tahoma"/>
              <a:buNone/>
            </a:pPr>
            <a:r>
              <a:rPr lang="en-US" sz="2400" b="0" i="0" u="none">
                <a:solidFill>
                  <a:schemeClr val="dk1"/>
                </a:solidFill>
                <a:latin typeface="Tahoma"/>
                <a:ea typeface="Tahoma"/>
                <a:cs typeface="Tahoma"/>
                <a:sym typeface="Tahoma"/>
              </a:rPr>
              <a:t>  </a:t>
            </a:r>
            <a:r>
              <a:rPr lang="en-US" sz="24000" b="0" i="0" u="none">
                <a:solidFill>
                  <a:schemeClr val="dk1"/>
                </a:solidFill>
                <a:latin typeface="Tahoma"/>
                <a:ea typeface="Tahoma"/>
                <a:cs typeface="Tahoma"/>
                <a:sym typeface="Tahoma"/>
              </a:rPr>
              <a:t> </a:t>
            </a:r>
            <a:r>
              <a:rPr lang="en-US" sz="2400" b="0" i="0" u="none">
                <a:solidFill>
                  <a:schemeClr val="dk1"/>
                </a:solidFill>
                <a:latin typeface="Tahoma"/>
                <a:ea typeface="Tahoma"/>
                <a:cs typeface="Tahoma"/>
                <a:sym typeface="Tahoma"/>
              </a:rPr>
              <a:t>                                                      </a:t>
            </a:r>
            <a:br>
              <a:rPr lang="en-US" sz="2400" b="0" i="0" u="none">
                <a:solidFill>
                  <a:schemeClr val="dk1"/>
                </a:solidFill>
                <a:latin typeface="Tahoma"/>
                <a:ea typeface="Tahoma"/>
                <a:cs typeface="Tahoma"/>
                <a:sym typeface="Tahoma"/>
              </a:rPr>
            </a:br>
            <a:br>
              <a:rPr lang="en-US" sz="2400" b="0" i="0" u="none">
                <a:solidFill>
                  <a:schemeClr val="dk1"/>
                </a:solidFill>
                <a:latin typeface="Tahoma"/>
                <a:ea typeface="Tahoma"/>
                <a:cs typeface="Tahoma"/>
                <a:sym typeface="Tahoma"/>
              </a:rPr>
            </a:br>
            <a:endParaRPr/>
          </a:p>
        </p:txBody>
      </p:sp>
      <p:sp>
        <p:nvSpPr>
          <p:cNvPr id="634" name="Google Shape;634;p84"/>
          <p:cNvSpPr txBox="1">
            <a:spLocks noGrp="1"/>
          </p:cNvSpPr>
          <p:nvPr>
            <p:ph type="title"/>
          </p:nvPr>
        </p:nvSpPr>
        <p:spPr>
          <a:xfrm>
            <a:off x="901700" y="457200"/>
            <a:ext cx="7340600" cy="76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2400"/>
              <a:buFont typeface="Tahoma"/>
              <a:buNone/>
            </a:pPr>
            <a:r>
              <a:rPr lang="en-US" sz="2400" b="1" i="0" u="none">
                <a:solidFill>
                  <a:schemeClr val="dk2"/>
                </a:solidFill>
                <a:latin typeface="Tahoma"/>
                <a:ea typeface="Tahoma"/>
                <a:cs typeface="Tahoma"/>
                <a:sym typeface="Tahoma"/>
              </a:rPr>
              <a:t>Four Primary Laws:</a:t>
            </a:r>
            <a:br>
              <a:rPr lang="en-US" sz="2400" b="1" i="0" u="none">
                <a:solidFill>
                  <a:schemeClr val="dk2"/>
                </a:solidFill>
                <a:latin typeface="Tahoma"/>
                <a:ea typeface="Tahoma"/>
                <a:cs typeface="Tahoma"/>
                <a:sym typeface="Tahoma"/>
              </a:rPr>
            </a:br>
            <a:r>
              <a:rPr lang="en-US" sz="2400" b="1" i="0" u="none">
                <a:solidFill>
                  <a:schemeClr val="dk2"/>
                </a:solidFill>
                <a:latin typeface="Tahoma"/>
                <a:ea typeface="Tahoma"/>
                <a:cs typeface="Tahoma"/>
                <a:sym typeface="Tahoma"/>
              </a:rPr>
              <a:t> Do not judge lest you be judge. (Mt 7:1-2) </a:t>
            </a:r>
            <a:br>
              <a:rPr lang="en-US" sz="2400" b="1" i="0" u="none">
                <a:solidFill>
                  <a:schemeClr val="dk2"/>
                </a:solidFill>
                <a:latin typeface="Tahoma"/>
                <a:ea typeface="Tahoma"/>
                <a:cs typeface="Tahoma"/>
                <a:sym typeface="Tahoma"/>
              </a:rPr>
            </a:br>
            <a:endParaRPr/>
          </a:p>
        </p:txBody>
      </p:sp>
      <p:sp>
        <p:nvSpPr>
          <p:cNvPr id="635" name="Google Shape;635;p84"/>
          <p:cNvSpPr txBox="1">
            <a:spLocks noGrp="1"/>
          </p:cNvSpPr>
          <p:nvPr>
            <p:ph type="body" idx="1"/>
          </p:nvPr>
        </p:nvSpPr>
        <p:spPr>
          <a:xfrm>
            <a:off x="304800" y="1447800"/>
            <a:ext cx="2743200" cy="49410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400"/>
              </a:spcBef>
              <a:spcAft>
                <a:spcPts val="0"/>
              </a:spcAft>
              <a:buClr>
                <a:schemeClr val="dk1"/>
              </a:buClr>
              <a:buSzPts val="2000"/>
              <a:buFont typeface="Tahoma"/>
              <a:buNone/>
            </a:pPr>
            <a:r>
              <a:rPr lang="en-US" sz="2000"/>
              <a:t>   </a:t>
            </a:r>
            <a:r>
              <a:rPr lang="en-US" sz="2300" b="1" i="0" u="none">
                <a:solidFill>
                  <a:schemeClr val="dk1"/>
                </a:solidFill>
              </a:rPr>
              <a:t>Do not judge, or you too will be judged. For in the same way you </a:t>
            </a:r>
            <a:br>
              <a:rPr lang="en-US" sz="2300" b="1" i="0" u="none">
                <a:solidFill>
                  <a:schemeClr val="dk1"/>
                </a:solidFill>
              </a:rPr>
            </a:br>
            <a:r>
              <a:rPr lang="en-US" sz="2300" b="1" i="0" u="none">
                <a:solidFill>
                  <a:schemeClr val="dk1"/>
                </a:solidFill>
              </a:rPr>
              <a:t>judge others, you will be judged, and with the measure you use, </a:t>
            </a:r>
            <a:br>
              <a:rPr lang="en-US" sz="2300" b="1" i="0" u="none">
                <a:solidFill>
                  <a:schemeClr val="dk1"/>
                </a:solidFill>
              </a:rPr>
            </a:br>
            <a:r>
              <a:rPr lang="en-US" sz="2300" b="1" i="0" u="none">
                <a:solidFill>
                  <a:schemeClr val="dk1"/>
                </a:solidFill>
              </a:rPr>
              <a:t>it will be measured to you. </a:t>
            </a:r>
            <a:endParaRPr sz="2200"/>
          </a:p>
          <a:p>
            <a:pPr marL="342900" lvl="0" indent="-342900" algn="l" rtl="0">
              <a:lnSpc>
                <a:spcPct val="90000"/>
              </a:lnSpc>
              <a:spcBef>
                <a:spcPts val="400"/>
              </a:spcBef>
              <a:spcAft>
                <a:spcPts val="0"/>
              </a:spcAft>
              <a:buClr>
                <a:schemeClr val="dk1"/>
              </a:buClr>
              <a:buSzPts val="2000"/>
              <a:buFont typeface="Tahoma"/>
              <a:buNone/>
            </a:pPr>
            <a:br>
              <a:rPr lang="en-US" sz="2300" b="1" i="0" u="none">
                <a:solidFill>
                  <a:schemeClr val="dk1"/>
                </a:solidFill>
              </a:rPr>
            </a:br>
            <a:endParaRPr sz="3500" b="1"/>
          </a:p>
        </p:txBody>
      </p:sp>
      <p:pic>
        <p:nvPicPr>
          <p:cNvPr id="636" name="Google Shape;636;p84" descr="38345_26007"/>
          <p:cNvPicPr preferRelativeResize="0">
            <a:picLocks noGrp="1"/>
          </p:cNvPicPr>
          <p:nvPr>
            <p:ph type="body" idx="1"/>
          </p:nvPr>
        </p:nvPicPr>
        <p:blipFill rotWithShape="1">
          <a:blip r:embed="rId3">
            <a:alphaModFix/>
          </a:blip>
          <a:srcRect/>
          <a:stretch/>
        </p:blipFill>
        <p:spPr>
          <a:xfrm>
            <a:off x="3048000" y="1371600"/>
            <a:ext cx="5638800" cy="51054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85"/>
          <p:cNvSpPr txBox="1">
            <a:spLocks noGrp="1"/>
          </p:cNvSpPr>
          <p:nvPr>
            <p:ph type="title"/>
          </p:nvPr>
        </p:nvSpPr>
        <p:spPr>
          <a:xfrm>
            <a:off x="685800" y="609600"/>
            <a:ext cx="80010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2400"/>
              <a:buFont typeface="Tahoma"/>
              <a:buNone/>
            </a:pPr>
            <a:r>
              <a:rPr lang="en-US" sz="2400" b="1" i="0" u="none">
                <a:solidFill>
                  <a:schemeClr val="dk2"/>
                </a:solidFill>
                <a:latin typeface="Tahoma"/>
                <a:ea typeface="Tahoma"/>
                <a:cs typeface="Tahoma"/>
                <a:sym typeface="Tahoma"/>
              </a:rPr>
              <a:t>Four Primary Laws:</a:t>
            </a:r>
            <a:br>
              <a:rPr lang="en-US" sz="2400" b="1" i="0" u="none">
                <a:solidFill>
                  <a:schemeClr val="dk2"/>
                </a:solidFill>
                <a:latin typeface="Tahoma"/>
                <a:ea typeface="Tahoma"/>
                <a:cs typeface="Tahoma"/>
                <a:sym typeface="Tahoma"/>
              </a:rPr>
            </a:br>
            <a:r>
              <a:rPr lang="en-US" sz="2400" b="1" i="0" u="none">
                <a:solidFill>
                  <a:schemeClr val="dk2"/>
                </a:solidFill>
                <a:latin typeface="Tahoma"/>
                <a:ea typeface="Tahoma"/>
                <a:cs typeface="Tahoma"/>
                <a:sym typeface="Tahoma"/>
              </a:rPr>
              <a:t>What a man sow, this he will also reap. (Ga 6:7-8).</a:t>
            </a:r>
            <a:br>
              <a:rPr lang="en-US" sz="2400" b="1" i="0" u="none">
                <a:solidFill>
                  <a:schemeClr val="dk2"/>
                </a:solidFill>
                <a:latin typeface="Tahoma"/>
                <a:ea typeface="Tahoma"/>
                <a:cs typeface="Tahoma"/>
                <a:sym typeface="Tahoma"/>
              </a:rPr>
            </a:br>
            <a:endParaRPr/>
          </a:p>
        </p:txBody>
      </p:sp>
      <p:sp>
        <p:nvSpPr>
          <p:cNvPr id="642" name="Google Shape;642;p85"/>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139700" algn="l" rtl="0">
              <a:spcBef>
                <a:spcPts val="0"/>
              </a:spcBef>
              <a:spcAft>
                <a:spcPts val="0"/>
              </a:spcAft>
              <a:buClr>
                <a:schemeClr val="dk1"/>
              </a:buClr>
              <a:buSzPts val="3200"/>
              <a:buFont typeface="Tahoma"/>
              <a:buNone/>
            </a:pPr>
            <a:endParaRPr sz="3200">
              <a:solidFill>
                <a:schemeClr val="dk1"/>
              </a:solidFill>
              <a:latin typeface="Tahoma"/>
              <a:ea typeface="Tahoma"/>
              <a:cs typeface="Tahoma"/>
              <a:sym typeface="Tahoma"/>
            </a:endParaRPr>
          </a:p>
        </p:txBody>
      </p:sp>
      <p:pic>
        <p:nvPicPr>
          <p:cNvPr id="643" name="Google Shape;643;p85" descr="Chart"/>
          <p:cNvPicPr preferRelativeResize="0"/>
          <p:nvPr/>
        </p:nvPicPr>
        <p:blipFill rotWithShape="1">
          <a:blip r:embed="rId3">
            <a:alphaModFix/>
          </a:blip>
          <a:srcRect/>
          <a:stretch/>
        </p:blipFill>
        <p:spPr>
          <a:xfrm>
            <a:off x="762000" y="1752600"/>
            <a:ext cx="7696200" cy="449580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sp>
        <p:nvSpPr>
          <p:cNvPr id="648" name="Google Shape;648;p86"/>
          <p:cNvSpPr txBox="1">
            <a:spLocks noGrp="1"/>
          </p:cNvSpPr>
          <p:nvPr>
            <p:ph type="title"/>
          </p:nvPr>
        </p:nvSpPr>
        <p:spPr>
          <a:xfrm>
            <a:off x="228600" y="609600"/>
            <a:ext cx="8915400" cy="762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2400"/>
              <a:buFont typeface="Tahoma"/>
              <a:buNone/>
            </a:pPr>
            <a:r>
              <a:rPr lang="en-US" sz="2400" b="1" i="0" u="none">
                <a:solidFill>
                  <a:schemeClr val="dk2"/>
                </a:solidFill>
                <a:latin typeface="Tahoma"/>
                <a:ea typeface="Tahoma"/>
                <a:cs typeface="Tahoma"/>
                <a:sym typeface="Tahoma"/>
              </a:rPr>
              <a:t>Four Primary Laws:</a:t>
            </a:r>
            <a:br>
              <a:rPr lang="en-US" sz="2400" b="1" i="0" u="none">
                <a:solidFill>
                  <a:schemeClr val="dk2"/>
                </a:solidFill>
                <a:latin typeface="Tahoma"/>
                <a:ea typeface="Tahoma"/>
                <a:cs typeface="Tahoma"/>
                <a:sym typeface="Tahoma"/>
              </a:rPr>
            </a:br>
            <a:r>
              <a:rPr lang="en-US" sz="2400" b="1" i="0" u="none">
                <a:solidFill>
                  <a:schemeClr val="dk2"/>
                </a:solidFill>
                <a:latin typeface="Tahoma"/>
                <a:ea typeface="Tahoma"/>
                <a:cs typeface="Tahoma"/>
                <a:sym typeface="Tahoma"/>
              </a:rPr>
              <a:t>For in that you judge another, you condemn yourself </a:t>
            </a:r>
            <a:br>
              <a:rPr lang="en-US" sz="2400" b="1" i="0" u="none">
                <a:solidFill>
                  <a:schemeClr val="dk2"/>
                </a:solidFill>
                <a:latin typeface="Tahoma"/>
                <a:ea typeface="Tahoma"/>
                <a:cs typeface="Tahoma"/>
                <a:sym typeface="Tahoma"/>
              </a:rPr>
            </a:br>
            <a:r>
              <a:rPr lang="en-US" sz="2400" b="1" i="0" u="none">
                <a:solidFill>
                  <a:schemeClr val="dk2"/>
                </a:solidFill>
                <a:latin typeface="Tahoma"/>
                <a:ea typeface="Tahoma"/>
                <a:cs typeface="Tahoma"/>
                <a:sym typeface="Tahoma"/>
              </a:rPr>
              <a:t>(Ro 2:1)</a:t>
            </a:r>
            <a:endParaRPr/>
          </a:p>
        </p:txBody>
      </p:sp>
      <p:sp>
        <p:nvSpPr>
          <p:cNvPr id="649" name="Google Shape;649;p86"/>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lvl="0" indent="-139700" algn="l" rtl="0">
              <a:spcBef>
                <a:spcPts val="0"/>
              </a:spcBef>
              <a:spcAft>
                <a:spcPts val="0"/>
              </a:spcAft>
              <a:buClr>
                <a:schemeClr val="dk1"/>
              </a:buClr>
              <a:buSzPts val="3200"/>
              <a:buFont typeface="Tahoma"/>
              <a:buNone/>
            </a:pPr>
            <a:endParaRPr sz="3200">
              <a:solidFill>
                <a:schemeClr val="dk1"/>
              </a:solidFill>
              <a:latin typeface="Tahoma"/>
              <a:ea typeface="Tahoma"/>
              <a:cs typeface="Tahoma"/>
              <a:sym typeface="Tahoma"/>
            </a:endParaRPr>
          </a:p>
        </p:txBody>
      </p:sp>
      <p:pic>
        <p:nvPicPr>
          <p:cNvPr id="650" name="Google Shape;650;p86" descr="judge-with-gavel"/>
          <p:cNvPicPr preferRelativeResize="0"/>
          <p:nvPr/>
        </p:nvPicPr>
        <p:blipFill rotWithShape="1">
          <a:blip r:embed="rId3">
            <a:alphaModFix/>
          </a:blip>
          <a:srcRect/>
          <a:stretch/>
        </p:blipFill>
        <p:spPr>
          <a:xfrm>
            <a:off x="533400" y="1676400"/>
            <a:ext cx="7620000" cy="4370387"/>
          </a:xfrm>
          <a:prstGeom prst="rect">
            <a:avLst/>
          </a:prstGeom>
          <a:noFill/>
          <a:ln>
            <a:noFill/>
          </a:ln>
        </p:spPr>
      </p:pic>
      <p:sp>
        <p:nvSpPr>
          <p:cNvPr id="651" name="Google Shape;651;p86"/>
          <p:cNvSpPr txBox="1"/>
          <p:nvPr/>
        </p:nvSpPr>
        <p:spPr>
          <a:xfrm>
            <a:off x="1752600" y="4343400"/>
            <a:ext cx="3876675" cy="5191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800"/>
              <a:buFont typeface="Arial"/>
              <a:buNone/>
            </a:pPr>
            <a:r>
              <a:rPr lang="en-US" sz="2800" b="1" i="1" u="none">
                <a:solidFill>
                  <a:schemeClr val="dk1"/>
                </a:solidFill>
                <a:latin typeface="Arial"/>
                <a:ea typeface="Arial"/>
                <a:cs typeface="Arial"/>
                <a:sym typeface="Arial"/>
              </a:rPr>
              <a:t>I JUDGE YOU GUILTY</a:t>
            </a:r>
            <a:endParaRPr/>
          </a:p>
        </p:txBody>
      </p:sp>
      <p:sp>
        <p:nvSpPr>
          <p:cNvPr id="652" name="Google Shape;652;p86"/>
          <p:cNvSpPr txBox="1"/>
          <p:nvPr/>
        </p:nvSpPr>
        <p:spPr>
          <a:xfrm>
            <a:off x="990600" y="2051050"/>
            <a:ext cx="1408112"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ahoma"/>
              <a:buNone/>
            </a:pPr>
            <a:r>
              <a:rPr lang="en-US" sz="2400" b="1" i="1" u="none">
                <a:solidFill>
                  <a:schemeClr val="dk1"/>
                </a:solidFill>
                <a:latin typeface="Tahoma"/>
                <a:ea typeface="Tahoma"/>
                <a:cs typeface="Tahoma"/>
                <a:sym typeface="Tahoma"/>
              </a:rPr>
              <a:t>MR.  ME</a:t>
            </a:r>
            <a:endParaRPr/>
          </a:p>
        </p:txBody>
      </p:sp>
      <p:sp>
        <p:nvSpPr>
          <p:cNvPr id="653" name="Google Shape;653;p86"/>
          <p:cNvSpPr txBox="1"/>
          <p:nvPr/>
        </p:nvSpPr>
        <p:spPr>
          <a:xfrm>
            <a:off x="7299325" y="4833937"/>
            <a:ext cx="1096962"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ahoma"/>
              <a:buNone/>
            </a:pPr>
            <a:r>
              <a:rPr lang="en-US" sz="2400" b="1" i="1" u="none">
                <a:solidFill>
                  <a:schemeClr val="dk1"/>
                </a:solidFill>
                <a:latin typeface="Tahoma"/>
                <a:ea typeface="Tahoma"/>
                <a:cs typeface="Tahoma"/>
                <a:sym typeface="Tahoma"/>
              </a:rPr>
              <a:t>MR.  I</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87"/>
          <p:cNvSpPr txBox="1">
            <a:spLocks noGrp="1"/>
          </p:cNvSpPr>
          <p:nvPr>
            <p:ph type="ctrTitle"/>
          </p:nvPr>
        </p:nvSpPr>
        <p:spPr>
          <a:xfrm>
            <a:off x="609600" y="228600"/>
            <a:ext cx="77724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000"/>
              <a:buFont typeface="Tahoma"/>
              <a:buNone/>
            </a:pPr>
            <a:r>
              <a:rPr lang="en-US" sz="4000" b="1" i="0" u="none">
                <a:solidFill>
                  <a:schemeClr val="dk2"/>
                </a:solidFill>
                <a:latin typeface="Tahoma"/>
                <a:ea typeface="Tahoma"/>
                <a:cs typeface="Tahoma"/>
                <a:sym typeface="Tahoma"/>
              </a:rPr>
              <a:t>WRAP-UP: PRAYER</a:t>
            </a:r>
            <a:br>
              <a:rPr lang="en-US" sz="4000" b="1" i="0" u="none">
                <a:solidFill>
                  <a:schemeClr val="dk2"/>
                </a:solidFill>
                <a:latin typeface="Tahoma"/>
                <a:ea typeface="Tahoma"/>
                <a:cs typeface="Tahoma"/>
                <a:sym typeface="Tahoma"/>
              </a:rPr>
            </a:br>
            <a:r>
              <a:rPr lang="en-US" sz="4000" b="1" i="0" u="none">
                <a:solidFill>
                  <a:schemeClr val="dk2"/>
                </a:solidFill>
                <a:latin typeface="Tahoma"/>
                <a:ea typeface="Tahoma"/>
                <a:cs typeface="Tahoma"/>
                <a:sym typeface="Tahoma"/>
              </a:rPr>
              <a:t>COUNSELING SEMINAR</a:t>
            </a:r>
            <a:endParaRPr/>
          </a:p>
        </p:txBody>
      </p:sp>
      <p:sp>
        <p:nvSpPr>
          <p:cNvPr id="660" name="Google Shape;660;p87"/>
          <p:cNvSpPr txBox="1">
            <a:spLocks noGrp="1"/>
          </p:cNvSpPr>
          <p:nvPr>
            <p:ph type="subTitle" idx="1"/>
          </p:nvPr>
        </p:nvSpPr>
        <p:spPr>
          <a:xfrm>
            <a:off x="228600" y="1752600"/>
            <a:ext cx="8915400" cy="5410200"/>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Clr>
                <a:schemeClr val="dk1"/>
              </a:buClr>
              <a:buSzPts val="3200"/>
              <a:buFont typeface="Tahoma"/>
              <a:buNone/>
            </a:pPr>
            <a:r>
              <a:rPr lang="en-US" sz="3200" b="1" i="0" u="none">
                <a:solidFill>
                  <a:schemeClr val="dk1"/>
                </a:solidFill>
                <a:latin typeface="Tahoma"/>
                <a:ea typeface="Tahoma"/>
                <a:cs typeface="Tahoma"/>
                <a:sym typeface="Tahoma"/>
              </a:rPr>
              <a:t>Community Objectives:</a:t>
            </a:r>
            <a:endParaRPr/>
          </a:p>
          <a:p>
            <a:pPr marL="609600" lvl="0" indent="-609600" algn="l" rtl="0">
              <a:lnSpc>
                <a:spcPct val="100000"/>
              </a:lnSpc>
              <a:spcBef>
                <a:spcPts val="640"/>
              </a:spcBef>
              <a:spcAft>
                <a:spcPts val="0"/>
              </a:spcAft>
              <a:buClr>
                <a:schemeClr val="dk1"/>
              </a:buClr>
              <a:buSzPts val="3200"/>
              <a:buFont typeface="Tahoma"/>
              <a:buNone/>
            </a:pPr>
            <a:endParaRPr sz="3200" b="1" i="0" u="none">
              <a:solidFill>
                <a:schemeClr val="dk1"/>
              </a:solidFill>
              <a:latin typeface="Tahoma"/>
              <a:ea typeface="Tahoma"/>
              <a:cs typeface="Tahoma"/>
              <a:sym typeface="Tahoma"/>
            </a:endParaRPr>
          </a:p>
          <a:p>
            <a:pPr marL="990600" lvl="1" indent="-533400" algn="l" rtl="0">
              <a:lnSpc>
                <a:spcPct val="100000"/>
              </a:lnSpc>
              <a:spcBef>
                <a:spcPts val="640"/>
              </a:spcBef>
              <a:spcAft>
                <a:spcPts val="0"/>
              </a:spcAft>
              <a:buClr>
                <a:schemeClr val="dk1"/>
              </a:buClr>
              <a:buSzPts val="3200"/>
              <a:buFont typeface="Noto Sans Symbols"/>
              <a:buChar char="❖"/>
            </a:pPr>
            <a:r>
              <a:rPr lang="en-US" sz="3200" b="1" i="0" u="none">
                <a:solidFill>
                  <a:schemeClr val="dk1"/>
                </a:solidFill>
                <a:latin typeface="Tahoma"/>
                <a:ea typeface="Tahoma"/>
                <a:cs typeface="Tahoma"/>
                <a:sym typeface="Tahoma"/>
              </a:rPr>
              <a:t>To enhance pastoral and healing gifts </a:t>
            </a:r>
            <a:endParaRPr/>
          </a:p>
          <a:p>
            <a:pPr marL="990600" lvl="1" indent="-533400" algn="l" rtl="0">
              <a:lnSpc>
                <a:spcPct val="100000"/>
              </a:lnSpc>
              <a:spcBef>
                <a:spcPts val="640"/>
              </a:spcBef>
              <a:spcAft>
                <a:spcPts val="0"/>
              </a:spcAft>
              <a:buClr>
                <a:schemeClr val="dk1"/>
              </a:buClr>
              <a:buSzPts val="3200"/>
              <a:buFont typeface="Tahoma"/>
              <a:buNone/>
            </a:pPr>
            <a:endParaRPr sz="3200" b="1" i="0" u="none">
              <a:solidFill>
                <a:schemeClr val="dk1"/>
              </a:solidFill>
              <a:latin typeface="Tahoma"/>
              <a:ea typeface="Tahoma"/>
              <a:cs typeface="Tahoma"/>
              <a:sym typeface="Tahoma"/>
            </a:endParaRPr>
          </a:p>
          <a:p>
            <a:pPr marL="990600" lvl="1" indent="-533400" algn="l" rtl="0">
              <a:lnSpc>
                <a:spcPct val="100000"/>
              </a:lnSpc>
              <a:spcBef>
                <a:spcPts val="640"/>
              </a:spcBef>
              <a:spcAft>
                <a:spcPts val="0"/>
              </a:spcAft>
              <a:buClr>
                <a:schemeClr val="dk1"/>
              </a:buClr>
              <a:buSzPts val="3200"/>
              <a:buFont typeface="Noto Sans Symbols"/>
              <a:buChar char="❖"/>
            </a:pPr>
            <a:r>
              <a:rPr lang="en-US" sz="3200" b="1" i="0" u="none">
                <a:solidFill>
                  <a:schemeClr val="dk1"/>
                </a:solidFill>
                <a:latin typeface="Tahoma"/>
                <a:ea typeface="Tahoma"/>
                <a:cs typeface="Tahoma"/>
                <a:sym typeface="Tahoma"/>
              </a:rPr>
              <a:t>To develop more prayer counselors</a:t>
            </a:r>
            <a:r>
              <a:rPr lang="en-US" sz="3200" b="1" i="1" u="none">
                <a:solidFill>
                  <a:schemeClr val="dk1"/>
                </a:solidFill>
                <a:latin typeface="Tahoma"/>
                <a:ea typeface="Tahoma"/>
                <a:cs typeface="Tahoma"/>
                <a:sym typeface="Tahoma"/>
              </a:rPr>
              <a:t> </a:t>
            </a:r>
            <a:endParaRPr/>
          </a:p>
          <a:p>
            <a:pPr marL="0" lvl="0" indent="0" algn="ctr" rtl="0">
              <a:spcBef>
                <a:spcPts val="640"/>
              </a:spcBef>
              <a:spcAft>
                <a:spcPts val="0"/>
              </a:spcAft>
              <a:buClr>
                <a:schemeClr val="dk1"/>
              </a:buClr>
              <a:buSzPts val="3200"/>
              <a:buFont typeface="Tahoma"/>
              <a:buNone/>
            </a:pPr>
            <a:endParaRPr sz="3200" b="1" i="1" u="none">
              <a:solidFill>
                <a:schemeClr val="dk1"/>
              </a:solidFill>
              <a:latin typeface="Tahoma"/>
              <a:ea typeface="Tahoma"/>
              <a:cs typeface="Tahoma"/>
              <a:sym typeface="Tahoma"/>
            </a:endParaRPr>
          </a:p>
        </p:txBody>
      </p:sp>
      <p:cxnSp>
        <p:nvCxnSpPr>
          <p:cNvPr id="661" name="Google Shape;661;p87"/>
          <p:cNvCxnSpPr/>
          <p:nvPr/>
        </p:nvCxnSpPr>
        <p:spPr>
          <a:xfrm>
            <a:off x="457200" y="1524000"/>
            <a:ext cx="8153400" cy="0"/>
          </a:xfrm>
          <a:prstGeom prst="straightConnector1">
            <a:avLst/>
          </a:prstGeom>
          <a:noFill/>
          <a:ln w="76200" cap="flat" cmpd="sng">
            <a:solidFill>
              <a:srgbClr val="FF0000"/>
            </a:solidFill>
            <a:prstDash val="solid"/>
            <a:miter lim="800000"/>
            <a:headEnd type="none" w="med" len="med"/>
            <a:tailEnd type="none" w="med" len="med"/>
          </a:ln>
        </p:spPr>
      </p:cxn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88"/>
          <p:cNvSpPr txBox="1">
            <a:spLocks noGrp="1"/>
          </p:cNvSpPr>
          <p:nvPr>
            <p:ph type="ctrTitle"/>
          </p:nvPr>
        </p:nvSpPr>
        <p:spPr>
          <a:xfrm>
            <a:off x="609600" y="228600"/>
            <a:ext cx="77724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000"/>
              <a:buFont typeface="Tahoma"/>
              <a:buNone/>
            </a:pPr>
            <a:r>
              <a:rPr lang="en-US" sz="4000" b="1" i="0" u="none">
                <a:solidFill>
                  <a:schemeClr val="dk2"/>
                </a:solidFill>
                <a:latin typeface="Tahoma"/>
                <a:ea typeface="Tahoma"/>
                <a:cs typeface="Tahoma"/>
                <a:sym typeface="Tahoma"/>
              </a:rPr>
              <a:t>WRAP-UP :  PRAYER</a:t>
            </a:r>
            <a:br>
              <a:rPr lang="en-US" sz="4000" b="1" i="0" u="none">
                <a:solidFill>
                  <a:schemeClr val="dk2"/>
                </a:solidFill>
                <a:latin typeface="Tahoma"/>
                <a:ea typeface="Tahoma"/>
                <a:cs typeface="Tahoma"/>
                <a:sym typeface="Tahoma"/>
              </a:rPr>
            </a:br>
            <a:r>
              <a:rPr lang="en-US" sz="4000" b="1" i="0" u="none">
                <a:solidFill>
                  <a:schemeClr val="dk2"/>
                </a:solidFill>
                <a:latin typeface="Tahoma"/>
                <a:ea typeface="Tahoma"/>
                <a:cs typeface="Tahoma"/>
                <a:sym typeface="Tahoma"/>
              </a:rPr>
              <a:t>COUNSELING SEMINAR</a:t>
            </a:r>
            <a:endParaRPr/>
          </a:p>
        </p:txBody>
      </p:sp>
      <p:sp>
        <p:nvSpPr>
          <p:cNvPr id="668" name="Google Shape;668;p88"/>
          <p:cNvSpPr txBox="1">
            <a:spLocks noGrp="1"/>
          </p:cNvSpPr>
          <p:nvPr>
            <p:ph type="subTitle" idx="1"/>
          </p:nvPr>
        </p:nvSpPr>
        <p:spPr>
          <a:xfrm>
            <a:off x="352325" y="1636525"/>
            <a:ext cx="8791800" cy="5450100"/>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Clr>
                <a:schemeClr val="dk1"/>
              </a:buClr>
              <a:buSzPts val="3200"/>
              <a:buFont typeface="Tahoma"/>
              <a:buNone/>
            </a:pPr>
            <a:r>
              <a:rPr lang="en-US" sz="3200" b="1" i="0" u="none">
                <a:solidFill>
                  <a:schemeClr val="dk1"/>
                </a:solidFill>
                <a:latin typeface="Tahoma"/>
                <a:ea typeface="Tahoma"/>
                <a:cs typeface="Tahoma"/>
                <a:sym typeface="Tahoma"/>
              </a:rPr>
              <a:t>Course Objectives:  </a:t>
            </a:r>
            <a:r>
              <a:rPr lang="en-US" sz="2000" b="1" i="0" u="none">
                <a:solidFill>
                  <a:schemeClr val="dk1"/>
                </a:solidFill>
                <a:latin typeface="Tahoma"/>
                <a:ea typeface="Tahoma"/>
                <a:cs typeface="Tahoma"/>
                <a:sym typeface="Tahoma"/>
              </a:rPr>
              <a:t>Continued</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0" u="none">
                <a:solidFill>
                  <a:schemeClr val="dk1"/>
                </a:solidFill>
                <a:latin typeface="Tahoma"/>
                <a:ea typeface="Tahoma"/>
                <a:cs typeface="Tahoma"/>
                <a:sym typeface="Tahoma"/>
              </a:rPr>
              <a:t>Building relationship, learning, and understanding.</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0" u="none">
                <a:solidFill>
                  <a:schemeClr val="dk1"/>
                </a:solidFill>
                <a:latin typeface="Tahoma"/>
                <a:ea typeface="Tahoma"/>
                <a:cs typeface="Tahoma"/>
                <a:sym typeface="Tahoma"/>
              </a:rPr>
              <a:t>Prayer healing, application of scriptural elements of healing, recognition of common problems and patterns of difficulty, identification of wounds and roots of bitterness.</a:t>
            </a:r>
            <a:endParaRPr/>
          </a:p>
          <a:p>
            <a:pPr marL="990600" lvl="1" indent="-533400" algn="l" rtl="0">
              <a:lnSpc>
                <a:spcPct val="100000"/>
              </a:lnSpc>
              <a:spcBef>
                <a:spcPts val="560"/>
              </a:spcBef>
              <a:spcAft>
                <a:spcPts val="0"/>
              </a:spcAft>
              <a:buClr>
                <a:schemeClr val="dk1"/>
              </a:buClr>
              <a:buSzPts val="2800"/>
              <a:buFont typeface="Noto Sans Symbols"/>
              <a:buChar char="❖"/>
            </a:pPr>
            <a:r>
              <a:rPr lang="en-US" sz="2800" b="1" i="0" u="none">
                <a:solidFill>
                  <a:schemeClr val="dk1"/>
                </a:solidFill>
                <a:latin typeface="Tahoma"/>
                <a:ea typeface="Tahoma"/>
                <a:cs typeface="Tahoma"/>
                <a:sym typeface="Tahoma"/>
              </a:rPr>
              <a:t>Learning in: interviewing, active listening, prayer, and small group dynamics.</a:t>
            </a:r>
            <a:endParaRPr/>
          </a:p>
          <a:p>
            <a:pPr marL="990600" lvl="1" indent="-355600" algn="l" rtl="0">
              <a:lnSpc>
                <a:spcPct val="100000"/>
              </a:lnSpc>
              <a:spcBef>
                <a:spcPts val="560"/>
              </a:spcBef>
              <a:spcAft>
                <a:spcPts val="0"/>
              </a:spcAft>
              <a:buClr>
                <a:schemeClr val="dk1"/>
              </a:buClr>
              <a:buSzPts val="2800"/>
              <a:buFont typeface="Noto Sans Symbols"/>
              <a:buNone/>
            </a:pPr>
            <a:endParaRPr sz="2800" b="1" i="1" u="none">
              <a:solidFill>
                <a:schemeClr val="dk1"/>
              </a:solidFill>
              <a:latin typeface="Tahoma"/>
              <a:ea typeface="Tahoma"/>
              <a:cs typeface="Tahoma"/>
              <a:sym typeface="Tahoma"/>
            </a:endParaRPr>
          </a:p>
          <a:p>
            <a:pPr marL="0" lvl="0" indent="0" algn="ctr" rtl="0">
              <a:spcBef>
                <a:spcPts val="560"/>
              </a:spcBef>
              <a:spcAft>
                <a:spcPts val="0"/>
              </a:spcAft>
              <a:buClr>
                <a:schemeClr val="dk1"/>
              </a:buClr>
              <a:buSzPts val="2800"/>
              <a:buFont typeface="Tahoma"/>
              <a:buNone/>
            </a:pPr>
            <a:endParaRPr sz="2800" b="1" i="1" u="none">
              <a:solidFill>
                <a:schemeClr val="dk1"/>
              </a:solidFill>
              <a:latin typeface="Tahoma"/>
              <a:ea typeface="Tahoma"/>
              <a:cs typeface="Tahoma"/>
              <a:sym typeface="Tahoma"/>
            </a:endParaRPr>
          </a:p>
        </p:txBody>
      </p:sp>
      <p:cxnSp>
        <p:nvCxnSpPr>
          <p:cNvPr id="669" name="Google Shape;669;p88"/>
          <p:cNvCxnSpPr/>
          <p:nvPr/>
        </p:nvCxnSpPr>
        <p:spPr>
          <a:xfrm>
            <a:off x="457200" y="1371600"/>
            <a:ext cx="8153400" cy="0"/>
          </a:xfrm>
          <a:prstGeom prst="straightConnector1">
            <a:avLst/>
          </a:prstGeom>
          <a:noFill/>
          <a:ln w="76200" cap="flat" cmpd="sng">
            <a:solidFill>
              <a:srgbClr val="FF0000"/>
            </a:solidFill>
            <a:prstDash val="solid"/>
            <a:miter lim="800000"/>
            <a:headEnd type="none" w="med" len="med"/>
            <a:tailEnd type="none" w="med" len="med"/>
          </a:ln>
        </p:spPr>
      </p:cxn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89"/>
          <p:cNvSpPr txBox="1">
            <a:spLocks noGrp="1"/>
          </p:cNvSpPr>
          <p:nvPr>
            <p:ph type="ctrTitle"/>
          </p:nvPr>
        </p:nvSpPr>
        <p:spPr>
          <a:xfrm>
            <a:off x="609600" y="228600"/>
            <a:ext cx="85344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200"/>
              <a:buFont typeface="Tahoma"/>
              <a:buNone/>
            </a:pPr>
            <a:r>
              <a:rPr lang="en-US" sz="3200" b="1" i="0" u="none">
                <a:solidFill>
                  <a:schemeClr val="dk2"/>
                </a:solidFill>
                <a:latin typeface="Tahoma"/>
                <a:ea typeface="Tahoma"/>
                <a:cs typeface="Tahoma"/>
                <a:sym typeface="Tahoma"/>
              </a:rPr>
              <a:t>WHAT IS NEXT?</a:t>
            </a:r>
            <a:endParaRPr/>
          </a:p>
        </p:txBody>
      </p:sp>
      <p:sp>
        <p:nvSpPr>
          <p:cNvPr id="676" name="Google Shape;676;p89"/>
          <p:cNvSpPr txBox="1">
            <a:spLocks noGrp="1"/>
          </p:cNvSpPr>
          <p:nvPr>
            <p:ph type="subTitle" idx="1"/>
          </p:nvPr>
        </p:nvSpPr>
        <p:spPr>
          <a:xfrm>
            <a:off x="609600" y="1752600"/>
            <a:ext cx="8153400" cy="5410200"/>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Clr>
                <a:schemeClr val="dk1"/>
              </a:buClr>
              <a:buSzPts val="3600"/>
              <a:buFont typeface="Tahoma"/>
              <a:buNone/>
            </a:pPr>
            <a:endParaRPr sz="3600" b="1" i="1" u="none">
              <a:solidFill>
                <a:schemeClr val="dk1"/>
              </a:solidFill>
              <a:latin typeface="Tahoma"/>
              <a:ea typeface="Tahoma"/>
              <a:cs typeface="Tahoma"/>
              <a:sym typeface="Tahoma"/>
            </a:endParaRPr>
          </a:p>
          <a:p>
            <a:pPr marL="0" lvl="0" indent="0" algn="ctr" rtl="0">
              <a:spcBef>
                <a:spcPts val="720"/>
              </a:spcBef>
              <a:spcAft>
                <a:spcPts val="0"/>
              </a:spcAft>
              <a:buClr>
                <a:schemeClr val="dk1"/>
              </a:buClr>
              <a:buSzPts val="3600"/>
              <a:buFont typeface="Tahoma"/>
              <a:buNone/>
            </a:pPr>
            <a:endParaRPr sz="3600" b="1" i="1" u="none">
              <a:solidFill>
                <a:schemeClr val="dk1"/>
              </a:solidFill>
              <a:latin typeface="Tahoma"/>
              <a:ea typeface="Tahoma"/>
              <a:cs typeface="Tahoma"/>
              <a:sym typeface="Tahoma"/>
            </a:endParaRPr>
          </a:p>
        </p:txBody>
      </p:sp>
      <p:cxnSp>
        <p:nvCxnSpPr>
          <p:cNvPr id="677" name="Google Shape;677;p89"/>
          <p:cNvCxnSpPr/>
          <p:nvPr/>
        </p:nvCxnSpPr>
        <p:spPr>
          <a:xfrm>
            <a:off x="457200" y="1524000"/>
            <a:ext cx="8153400" cy="0"/>
          </a:xfrm>
          <a:prstGeom prst="straightConnector1">
            <a:avLst/>
          </a:prstGeom>
          <a:noFill/>
          <a:ln w="76200" cap="flat" cmpd="sng">
            <a:solidFill>
              <a:srgbClr val="FF0000"/>
            </a:solidFill>
            <a:prstDash val="solid"/>
            <a:miter lim="800000"/>
            <a:headEnd type="none" w="med" len="med"/>
            <a:tailEnd type="none" w="med" len="med"/>
          </a:ln>
        </p:spPr>
      </p:cxnSp>
      <p:sp>
        <p:nvSpPr>
          <p:cNvPr id="678" name="Google Shape;678;p89"/>
          <p:cNvSpPr txBox="1"/>
          <p:nvPr/>
        </p:nvSpPr>
        <p:spPr>
          <a:xfrm>
            <a:off x="381000" y="1600200"/>
            <a:ext cx="8458200" cy="3597600"/>
          </a:xfrm>
          <a:prstGeom prst="rect">
            <a:avLst/>
          </a:prstGeom>
          <a:noFill/>
          <a:ln>
            <a:noFill/>
          </a:ln>
        </p:spPr>
        <p:txBody>
          <a:bodyPr spcFirstLastPara="1" wrap="square" lIns="91425" tIns="45700" rIns="91425" bIns="45700" anchor="t" anchorCtr="0">
            <a:spAutoFit/>
          </a:bodyPr>
          <a:lstStyle/>
          <a:p>
            <a:pPr marL="914400" marR="0" lvl="2" indent="-177800" algn="l" rtl="0">
              <a:lnSpc>
                <a:spcPct val="90000"/>
              </a:lnSpc>
              <a:spcBef>
                <a:spcPts val="0"/>
              </a:spcBef>
              <a:spcAft>
                <a:spcPts val="0"/>
              </a:spcAft>
              <a:buClr>
                <a:schemeClr val="dk1"/>
              </a:buClr>
              <a:buSzPts val="2800"/>
              <a:buFont typeface="Noto Sans Symbols"/>
              <a:buChar char="❖"/>
            </a:pPr>
            <a:r>
              <a:rPr lang="en-US" sz="2800" b="1" i="0" u="none" strike="noStrike" cap="none">
                <a:solidFill>
                  <a:schemeClr val="dk1"/>
                </a:solidFill>
                <a:latin typeface="Tahoma"/>
                <a:ea typeface="Tahoma"/>
                <a:cs typeface="Tahoma"/>
                <a:sym typeface="Tahoma"/>
              </a:rPr>
              <a:t> CONTINUE TO PRACTICE  “LOGGING”</a:t>
            </a:r>
            <a:endParaRPr/>
          </a:p>
          <a:p>
            <a:pPr marL="914400" marR="0" lvl="2" indent="-177800" algn="l" rtl="0">
              <a:lnSpc>
                <a:spcPct val="90000"/>
              </a:lnSpc>
              <a:spcBef>
                <a:spcPts val="560"/>
              </a:spcBef>
              <a:spcAft>
                <a:spcPts val="0"/>
              </a:spcAft>
              <a:buClr>
                <a:schemeClr val="dk1"/>
              </a:buClr>
              <a:buSzPts val="2800"/>
              <a:buFont typeface="Noto Sans Symbols"/>
              <a:buChar char="❖"/>
            </a:pPr>
            <a:r>
              <a:rPr lang="en-US" sz="2800" b="1" i="0" u="none" strike="noStrike" cap="none">
                <a:solidFill>
                  <a:schemeClr val="dk1"/>
                </a:solidFill>
                <a:latin typeface="Tahoma"/>
                <a:ea typeface="Tahoma"/>
                <a:cs typeface="Tahoma"/>
                <a:sym typeface="Tahoma"/>
              </a:rPr>
              <a:t> START  “</a:t>
            </a:r>
            <a:r>
              <a:rPr lang="en-US" sz="2800" b="1">
                <a:solidFill>
                  <a:schemeClr val="dk1"/>
                </a:solidFill>
                <a:latin typeface="Tahoma"/>
                <a:ea typeface="Tahoma"/>
                <a:cs typeface="Tahoma"/>
                <a:sym typeface="Tahoma"/>
              </a:rPr>
              <a:t>HEALING</a:t>
            </a:r>
            <a:r>
              <a:rPr lang="en-US" sz="2800" b="1" i="0" u="none" strike="noStrike" cap="none">
                <a:solidFill>
                  <a:schemeClr val="dk1"/>
                </a:solidFill>
                <a:latin typeface="Tahoma"/>
                <a:ea typeface="Tahoma"/>
                <a:cs typeface="Tahoma"/>
                <a:sym typeface="Tahoma"/>
              </a:rPr>
              <a:t>” </a:t>
            </a:r>
            <a:endParaRPr/>
          </a:p>
          <a:p>
            <a:pPr marL="1371600" marR="0" lvl="3" indent="-177800" algn="l" rtl="0">
              <a:lnSpc>
                <a:spcPct val="90000"/>
              </a:lnSpc>
              <a:spcBef>
                <a:spcPts val="560"/>
              </a:spcBef>
              <a:spcAft>
                <a:spcPts val="0"/>
              </a:spcAft>
              <a:buClr>
                <a:schemeClr val="dk1"/>
              </a:buClr>
              <a:buSzPts val="2800"/>
              <a:buFont typeface="Noto Sans Symbols"/>
              <a:buChar char="❖"/>
            </a:pPr>
            <a:r>
              <a:rPr lang="en-US" sz="2800" b="1" i="0" u="none" strike="noStrike" cap="none">
                <a:solidFill>
                  <a:schemeClr val="dk1"/>
                </a:solidFill>
                <a:latin typeface="Tahoma"/>
                <a:ea typeface="Tahoma"/>
                <a:cs typeface="Tahoma"/>
                <a:sym typeface="Tahoma"/>
              </a:rPr>
              <a:t> FAMILY</a:t>
            </a:r>
            <a:endParaRPr/>
          </a:p>
          <a:p>
            <a:pPr marL="1371600" marR="0" lvl="3" indent="-177800" algn="l" rtl="0">
              <a:lnSpc>
                <a:spcPct val="90000"/>
              </a:lnSpc>
              <a:spcBef>
                <a:spcPts val="560"/>
              </a:spcBef>
              <a:spcAft>
                <a:spcPts val="0"/>
              </a:spcAft>
              <a:buClr>
                <a:schemeClr val="dk1"/>
              </a:buClr>
              <a:buSzPts val="2800"/>
              <a:buFont typeface="Noto Sans Symbols"/>
              <a:buChar char="❖"/>
            </a:pPr>
            <a:r>
              <a:rPr lang="en-US" sz="2800" b="1" i="0" u="none" strike="noStrike" cap="none">
                <a:solidFill>
                  <a:schemeClr val="dk1"/>
                </a:solidFill>
                <a:latin typeface="Tahoma"/>
                <a:ea typeface="Tahoma"/>
                <a:cs typeface="Tahoma"/>
                <a:sym typeface="Tahoma"/>
              </a:rPr>
              <a:t> MINISTRY</a:t>
            </a:r>
            <a:endParaRPr/>
          </a:p>
          <a:p>
            <a:pPr marL="1371600" marR="0" lvl="3" indent="0" algn="l" rtl="0">
              <a:lnSpc>
                <a:spcPct val="90000"/>
              </a:lnSpc>
              <a:spcBef>
                <a:spcPts val="560"/>
              </a:spcBef>
              <a:spcAft>
                <a:spcPts val="0"/>
              </a:spcAft>
              <a:buClr>
                <a:schemeClr val="dk1"/>
              </a:buClr>
              <a:buSzPts val="2800"/>
              <a:buFont typeface="Noto Sans Symbols"/>
              <a:buNone/>
            </a:pPr>
            <a:endParaRPr sz="2800" b="1" i="0" u="none" strike="noStrike" cap="none">
              <a:solidFill>
                <a:schemeClr val="dk1"/>
              </a:solidFill>
              <a:latin typeface="Tahoma"/>
              <a:ea typeface="Tahoma"/>
              <a:cs typeface="Tahoma"/>
              <a:sym typeface="Tahoma"/>
            </a:endParaRPr>
          </a:p>
          <a:p>
            <a:pPr marL="457200" marR="0" lvl="1" indent="0" algn="l" rtl="0">
              <a:lnSpc>
                <a:spcPct val="90000"/>
              </a:lnSpc>
              <a:spcBef>
                <a:spcPts val="560"/>
              </a:spcBef>
              <a:spcAft>
                <a:spcPts val="0"/>
              </a:spcAft>
              <a:buClr>
                <a:schemeClr val="dk1"/>
              </a:buClr>
              <a:buSzPts val="2800"/>
              <a:buFont typeface="Tahoma"/>
              <a:buNone/>
            </a:pPr>
            <a:r>
              <a:rPr lang="en-US" sz="2800" b="1" i="0" u="none" strike="noStrike" cap="none">
                <a:solidFill>
                  <a:schemeClr val="dk1"/>
                </a:solidFill>
                <a:latin typeface="Tahoma"/>
                <a:ea typeface="Tahoma"/>
                <a:cs typeface="Tahoma"/>
                <a:sym typeface="Tahoma"/>
              </a:rPr>
              <a:t>“You are now an authority because you have overcome your wounds”</a:t>
            </a:r>
            <a:endParaRPr/>
          </a:p>
          <a:p>
            <a:pPr marL="0" marR="0" lvl="0" indent="0" algn="l" rtl="0">
              <a:lnSpc>
                <a:spcPct val="100000"/>
              </a:lnSpc>
              <a:spcBef>
                <a:spcPts val="0"/>
              </a:spcBef>
              <a:spcAft>
                <a:spcPts val="0"/>
              </a:spcAft>
              <a:buNone/>
            </a:pPr>
            <a:endParaRPr sz="2800" b="1" i="0" u="none" strike="noStrike" cap="none">
              <a:solidFill>
                <a:schemeClr val="dk1"/>
              </a:solidFill>
              <a:latin typeface="Tahoma"/>
              <a:ea typeface="Tahoma"/>
              <a:cs typeface="Tahoma"/>
              <a:sym typeface="Tahoma"/>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90"/>
          <p:cNvSpPr txBox="1">
            <a:spLocks noGrp="1"/>
          </p:cNvSpPr>
          <p:nvPr>
            <p:ph type="title"/>
          </p:nvPr>
        </p:nvSpPr>
        <p:spPr>
          <a:xfrm>
            <a:off x="685800" y="304800"/>
            <a:ext cx="8229600" cy="6096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3200"/>
              <a:buFont typeface="Tahoma"/>
              <a:buNone/>
            </a:pPr>
            <a:r>
              <a:rPr lang="en-US" sz="3200" b="0" i="0" u="none">
                <a:solidFill>
                  <a:schemeClr val="dk2"/>
                </a:solidFill>
                <a:latin typeface="Tahoma"/>
                <a:ea typeface="Tahoma"/>
                <a:cs typeface="Tahoma"/>
                <a:sym typeface="Tahoma"/>
              </a:rPr>
              <a:t>Help Others in Putting on the Armor of God</a:t>
            </a:r>
            <a:endParaRPr/>
          </a:p>
        </p:txBody>
      </p:sp>
      <p:pic>
        <p:nvPicPr>
          <p:cNvPr id="684" name="Google Shape;684;p90" descr="44115-main"/>
          <p:cNvPicPr preferRelativeResize="0"/>
          <p:nvPr/>
        </p:nvPicPr>
        <p:blipFill rotWithShape="1">
          <a:blip r:embed="rId3">
            <a:alphaModFix/>
          </a:blip>
          <a:srcRect/>
          <a:stretch/>
        </p:blipFill>
        <p:spPr>
          <a:xfrm>
            <a:off x="3160712" y="838200"/>
            <a:ext cx="3087687" cy="5410200"/>
          </a:xfrm>
          <a:prstGeom prst="rect">
            <a:avLst/>
          </a:prstGeom>
          <a:noFill/>
          <a:ln>
            <a:noFill/>
          </a:ln>
        </p:spPr>
      </p:pic>
      <p:sp>
        <p:nvSpPr>
          <p:cNvPr id="685" name="Google Shape;685;p90"/>
          <p:cNvSpPr txBox="1"/>
          <p:nvPr/>
        </p:nvSpPr>
        <p:spPr>
          <a:xfrm>
            <a:off x="5395912" y="1403350"/>
            <a:ext cx="2443162"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ahoma"/>
              <a:buNone/>
            </a:pPr>
            <a:r>
              <a:rPr lang="en-US" sz="1800" b="1" i="0" u="none">
                <a:solidFill>
                  <a:schemeClr val="dk1"/>
                </a:solidFill>
                <a:latin typeface="Tahoma"/>
                <a:ea typeface="Tahoma"/>
                <a:cs typeface="Tahoma"/>
                <a:sym typeface="Tahoma"/>
              </a:rPr>
              <a:t>Helmet of Salvation</a:t>
            </a:r>
            <a:endParaRPr/>
          </a:p>
        </p:txBody>
      </p:sp>
      <p:sp>
        <p:nvSpPr>
          <p:cNvPr id="686" name="Google Shape;686;p90"/>
          <p:cNvSpPr txBox="1"/>
          <p:nvPr/>
        </p:nvSpPr>
        <p:spPr>
          <a:xfrm>
            <a:off x="6081712" y="3460750"/>
            <a:ext cx="1833562"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ahoma"/>
              <a:buNone/>
            </a:pPr>
            <a:r>
              <a:rPr lang="en-US" sz="1800" b="1" i="0" u="none">
                <a:solidFill>
                  <a:schemeClr val="dk1"/>
                </a:solidFill>
                <a:latin typeface="Tahoma"/>
                <a:ea typeface="Tahoma"/>
                <a:cs typeface="Tahoma"/>
                <a:sym typeface="Tahoma"/>
              </a:rPr>
              <a:t>Shield of Faith</a:t>
            </a:r>
            <a:endParaRPr/>
          </a:p>
        </p:txBody>
      </p:sp>
      <p:sp>
        <p:nvSpPr>
          <p:cNvPr id="687" name="Google Shape;687;p90"/>
          <p:cNvSpPr txBox="1"/>
          <p:nvPr/>
        </p:nvSpPr>
        <p:spPr>
          <a:xfrm>
            <a:off x="609600" y="2209800"/>
            <a:ext cx="37338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ahoma"/>
              <a:buNone/>
            </a:pPr>
            <a:r>
              <a:rPr lang="en-US" sz="1800" b="1" i="0" u="none">
                <a:solidFill>
                  <a:schemeClr val="dk1"/>
                </a:solidFill>
                <a:latin typeface="Tahoma"/>
                <a:ea typeface="Tahoma"/>
                <a:cs typeface="Tahoma"/>
                <a:sym typeface="Tahoma"/>
              </a:rPr>
              <a:t>Breastplate of Righteousness</a:t>
            </a:r>
            <a:endParaRPr/>
          </a:p>
        </p:txBody>
      </p:sp>
      <p:sp>
        <p:nvSpPr>
          <p:cNvPr id="688" name="Google Shape;688;p90"/>
          <p:cNvSpPr txBox="1"/>
          <p:nvPr/>
        </p:nvSpPr>
        <p:spPr>
          <a:xfrm>
            <a:off x="2133600" y="3200400"/>
            <a:ext cx="2133600"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ahoma"/>
              <a:buNone/>
            </a:pPr>
            <a:r>
              <a:rPr lang="en-US" sz="1800" b="1" i="0" u="none">
                <a:solidFill>
                  <a:schemeClr val="dk1"/>
                </a:solidFill>
                <a:latin typeface="Tahoma"/>
                <a:ea typeface="Tahoma"/>
                <a:cs typeface="Tahoma"/>
                <a:sym typeface="Tahoma"/>
              </a:rPr>
              <a:t>Buckle of Truth</a:t>
            </a:r>
            <a:endParaRPr/>
          </a:p>
        </p:txBody>
      </p:sp>
      <p:sp>
        <p:nvSpPr>
          <p:cNvPr id="689" name="Google Shape;689;p90"/>
          <p:cNvSpPr txBox="1"/>
          <p:nvPr/>
        </p:nvSpPr>
        <p:spPr>
          <a:xfrm>
            <a:off x="1066800" y="4071937"/>
            <a:ext cx="2836862"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690" name="Google Shape;690;p90"/>
          <p:cNvSpPr txBox="1"/>
          <p:nvPr/>
        </p:nvSpPr>
        <p:spPr>
          <a:xfrm>
            <a:off x="1524000" y="4267200"/>
            <a:ext cx="2341562"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ahoma"/>
              <a:buNone/>
            </a:pPr>
            <a:r>
              <a:rPr lang="en-US" sz="1800" b="1" i="0" u="none">
                <a:solidFill>
                  <a:schemeClr val="dk1"/>
                </a:solidFill>
                <a:latin typeface="Tahoma"/>
                <a:ea typeface="Tahoma"/>
                <a:cs typeface="Tahoma"/>
                <a:sym typeface="Tahoma"/>
              </a:rPr>
              <a:t>Sword of the Spirit</a:t>
            </a:r>
            <a:endParaRPr/>
          </a:p>
        </p:txBody>
      </p:sp>
      <p:sp>
        <p:nvSpPr>
          <p:cNvPr id="691" name="Google Shape;691;p90"/>
          <p:cNvSpPr txBox="1"/>
          <p:nvPr/>
        </p:nvSpPr>
        <p:spPr>
          <a:xfrm>
            <a:off x="5167312" y="5670550"/>
            <a:ext cx="2003425"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ahoma"/>
              <a:buNone/>
            </a:pPr>
            <a:r>
              <a:rPr lang="en-US" sz="1800" b="1" i="0" u="none">
                <a:solidFill>
                  <a:schemeClr val="dk1"/>
                </a:solidFill>
                <a:latin typeface="Tahoma"/>
                <a:ea typeface="Tahoma"/>
                <a:cs typeface="Tahoma"/>
                <a:sym typeface="Tahoma"/>
              </a:rPr>
              <a:t>Sandal of Peace</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91"/>
          <p:cNvSpPr txBox="1">
            <a:spLocks noGrp="1"/>
          </p:cNvSpPr>
          <p:nvPr>
            <p:ph type="ctrTitle"/>
          </p:nvPr>
        </p:nvSpPr>
        <p:spPr>
          <a:xfrm>
            <a:off x="609600" y="228600"/>
            <a:ext cx="85344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600"/>
              <a:buFont typeface="Tahoma"/>
              <a:buNone/>
            </a:pPr>
            <a:r>
              <a:rPr lang="en-US" sz="3600" b="1" i="0" u="none">
                <a:solidFill>
                  <a:schemeClr val="dk2"/>
                </a:solidFill>
                <a:latin typeface="Tahoma"/>
                <a:ea typeface="Tahoma"/>
                <a:cs typeface="Tahoma"/>
                <a:sym typeface="Tahoma"/>
              </a:rPr>
              <a:t>WHAT IS NEXT?</a:t>
            </a:r>
            <a:endParaRPr/>
          </a:p>
        </p:txBody>
      </p:sp>
      <p:sp>
        <p:nvSpPr>
          <p:cNvPr id="698" name="Google Shape;698;p91"/>
          <p:cNvSpPr txBox="1">
            <a:spLocks noGrp="1"/>
          </p:cNvSpPr>
          <p:nvPr>
            <p:ph type="subTitle" idx="1"/>
          </p:nvPr>
        </p:nvSpPr>
        <p:spPr>
          <a:xfrm>
            <a:off x="609600" y="1752600"/>
            <a:ext cx="8153400" cy="5410200"/>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Clr>
                <a:schemeClr val="dk1"/>
              </a:buClr>
              <a:buSzPts val="3600"/>
              <a:buFont typeface="Tahoma"/>
              <a:buNone/>
            </a:pPr>
            <a:endParaRPr sz="3600" b="1" i="1" u="none">
              <a:solidFill>
                <a:schemeClr val="dk1"/>
              </a:solidFill>
              <a:latin typeface="Tahoma"/>
              <a:ea typeface="Tahoma"/>
              <a:cs typeface="Tahoma"/>
              <a:sym typeface="Tahoma"/>
            </a:endParaRPr>
          </a:p>
          <a:p>
            <a:pPr marL="0" lvl="0" indent="0" algn="ctr" rtl="0">
              <a:spcBef>
                <a:spcPts val="720"/>
              </a:spcBef>
              <a:spcAft>
                <a:spcPts val="0"/>
              </a:spcAft>
              <a:buClr>
                <a:schemeClr val="dk1"/>
              </a:buClr>
              <a:buSzPts val="3600"/>
              <a:buFont typeface="Tahoma"/>
              <a:buNone/>
            </a:pPr>
            <a:endParaRPr sz="3600" b="1" i="1" u="none">
              <a:solidFill>
                <a:schemeClr val="dk1"/>
              </a:solidFill>
              <a:latin typeface="Tahoma"/>
              <a:ea typeface="Tahoma"/>
              <a:cs typeface="Tahoma"/>
              <a:sym typeface="Tahoma"/>
            </a:endParaRPr>
          </a:p>
        </p:txBody>
      </p:sp>
      <p:cxnSp>
        <p:nvCxnSpPr>
          <p:cNvPr id="699" name="Google Shape;699;p91"/>
          <p:cNvCxnSpPr/>
          <p:nvPr/>
        </p:nvCxnSpPr>
        <p:spPr>
          <a:xfrm>
            <a:off x="457200" y="1524000"/>
            <a:ext cx="8153400" cy="0"/>
          </a:xfrm>
          <a:prstGeom prst="straightConnector1">
            <a:avLst/>
          </a:prstGeom>
          <a:noFill/>
          <a:ln w="76200" cap="flat" cmpd="sng">
            <a:solidFill>
              <a:srgbClr val="FF0000"/>
            </a:solidFill>
            <a:prstDash val="solid"/>
            <a:miter lim="800000"/>
            <a:headEnd type="none" w="med" len="med"/>
            <a:tailEnd type="none" w="med" len="med"/>
          </a:ln>
        </p:spPr>
      </p:cxnSp>
      <p:sp>
        <p:nvSpPr>
          <p:cNvPr id="700" name="Google Shape;700;p91"/>
          <p:cNvSpPr txBox="1"/>
          <p:nvPr/>
        </p:nvSpPr>
        <p:spPr>
          <a:xfrm>
            <a:off x="342900" y="1944725"/>
            <a:ext cx="8458200" cy="3282600"/>
          </a:xfrm>
          <a:prstGeom prst="rect">
            <a:avLst/>
          </a:prstGeom>
          <a:noFill/>
          <a:ln>
            <a:noFill/>
          </a:ln>
        </p:spPr>
        <p:txBody>
          <a:bodyPr spcFirstLastPara="1" wrap="square" lIns="91425" tIns="45700" rIns="91425" bIns="45700" anchor="t" anchorCtr="0">
            <a:spAutoFit/>
          </a:bodyPr>
          <a:lstStyle/>
          <a:p>
            <a:pPr marL="914400" marR="0" lvl="2" indent="-203200" algn="l" rtl="0">
              <a:lnSpc>
                <a:spcPct val="90000"/>
              </a:lnSpc>
              <a:spcBef>
                <a:spcPts val="0"/>
              </a:spcBef>
              <a:spcAft>
                <a:spcPts val="0"/>
              </a:spcAft>
              <a:buClr>
                <a:schemeClr val="dk1"/>
              </a:buClr>
              <a:buSzPts val="3200"/>
              <a:buFont typeface="Noto Sans Symbols"/>
              <a:buChar char="❖"/>
            </a:pPr>
            <a:r>
              <a:rPr lang="en-US" sz="3200" b="1" i="0" u="none" strike="noStrike" cap="none">
                <a:solidFill>
                  <a:schemeClr val="dk1"/>
                </a:solidFill>
                <a:latin typeface="Tahoma"/>
                <a:ea typeface="Tahoma"/>
                <a:cs typeface="Tahoma"/>
                <a:sym typeface="Tahoma"/>
              </a:rPr>
              <a:t>BE WHAT YOU CAN BE :</a:t>
            </a:r>
            <a:endParaRPr/>
          </a:p>
          <a:p>
            <a:pPr marL="1828800" marR="0" lvl="4" indent="-203200" algn="l" rtl="0">
              <a:lnSpc>
                <a:spcPct val="90000"/>
              </a:lnSpc>
              <a:spcBef>
                <a:spcPts val="640"/>
              </a:spcBef>
              <a:spcAft>
                <a:spcPts val="0"/>
              </a:spcAft>
              <a:buClr>
                <a:schemeClr val="dk1"/>
              </a:buClr>
              <a:buSzPts val="3200"/>
              <a:buFont typeface="Noto Sans Symbols"/>
              <a:buChar char="❖"/>
            </a:pPr>
            <a:r>
              <a:rPr lang="en-US" sz="3200" b="1" i="0" u="none" strike="noStrike" cap="none">
                <a:solidFill>
                  <a:schemeClr val="dk1"/>
                </a:solidFill>
                <a:latin typeface="Tahoma"/>
                <a:ea typeface="Tahoma"/>
                <a:cs typeface="Tahoma"/>
                <a:sym typeface="Tahoma"/>
              </a:rPr>
              <a:t> JOIN </a:t>
            </a:r>
            <a:r>
              <a:rPr lang="en-US" sz="3200" b="1">
                <a:solidFill>
                  <a:schemeClr val="dk1"/>
                </a:solidFill>
                <a:latin typeface="Tahoma"/>
                <a:ea typeface="Tahoma"/>
                <a:cs typeface="Tahoma"/>
                <a:sym typeface="Tahoma"/>
              </a:rPr>
              <a:t>THE</a:t>
            </a:r>
            <a:r>
              <a:rPr lang="en-US" sz="3200" b="1" i="0" u="none" strike="noStrike" cap="none">
                <a:solidFill>
                  <a:schemeClr val="dk1"/>
                </a:solidFill>
                <a:latin typeface="Tahoma"/>
                <a:ea typeface="Tahoma"/>
                <a:cs typeface="Tahoma"/>
                <a:sym typeface="Tahoma"/>
              </a:rPr>
              <a:t> MISSION</a:t>
            </a:r>
            <a:endParaRPr/>
          </a:p>
          <a:p>
            <a:pPr marL="1828800" marR="0" lvl="4" indent="-203200" algn="l" rtl="0">
              <a:lnSpc>
                <a:spcPct val="90000"/>
              </a:lnSpc>
              <a:spcBef>
                <a:spcPts val="640"/>
              </a:spcBef>
              <a:spcAft>
                <a:spcPts val="0"/>
              </a:spcAft>
              <a:buClr>
                <a:schemeClr val="dk1"/>
              </a:buClr>
              <a:buSzPts val="3200"/>
              <a:buFont typeface="Noto Sans Symbols"/>
              <a:buChar char="❖"/>
            </a:pPr>
            <a:r>
              <a:rPr lang="en-US" sz="3200" b="1" i="0" u="none" strike="noStrike" cap="none">
                <a:solidFill>
                  <a:schemeClr val="dk1"/>
                </a:solidFill>
                <a:latin typeface="Tahoma"/>
                <a:ea typeface="Tahoma"/>
                <a:cs typeface="Tahoma"/>
                <a:sym typeface="Tahoma"/>
              </a:rPr>
              <a:t> BRING BLD OUT THERE</a:t>
            </a:r>
            <a:endParaRPr/>
          </a:p>
          <a:p>
            <a:pPr marL="1828800" marR="0" lvl="4" indent="0" algn="l" rtl="0">
              <a:lnSpc>
                <a:spcPct val="90000"/>
              </a:lnSpc>
              <a:spcBef>
                <a:spcPts val="640"/>
              </a:spcBef>
              <a:spcAft>
                <a:spcPts val="0"/>
              </a:spcAft>
              <a:buClr>
                <a:schemeClr val="dk1"/>
              </a:buClr>
              <a:buSzPts val="3200"/>
              <a:buFont typeface="Arial"/>
              <a:buNone/>
            </a:pPr>
            <a:endParaRPr sz="3200" b="1" i="0" u="none" strike="noStrike" cap="none">
              <a:solidFill>
                <a:schemeClr val="dk1"/>
              </a:solidFill>
              <a:latin typeface="Tahoma"/>
              <a:ea typeface="Tahoma"/>
              <a:cs typeface="Tahoma"/>
              <a:sym typeface="Tahoma"/>
            </a:endParaRPr>
          </a:p>
          <a:p>
            <a:pPr marL="1371600" marR="0" lvl="3" indent="-203200" algn="l" rtl="0">
              <a:lnSpc>
                <a:spcPct val="90000"/>
              </a:lnSpc>
              <a:spcBef>
                <a:spcPts val="640"/>
              </a:spcBef>
              <a:spcAft>
                <a:spcPts val="0"/>
              </a:spcAft>
              <a:buClr>
                <a:schemeClr val="dk1"/>
              </a:buClr>
              <a:buSzPts val="3200"/>
              <a:buFont typeface="Noto Sans Symbols"/>
              <a:buChar char="❖"/>
            </a:pPr>
            <a:r>
              <a:rPr lang="en-US" sz="3200" b="1" i="0" u="none" strike="noStrike" cap="none">
                <a:solidFill>
                  <a:schemeClr val="dk1"/>
                </a:solidFill>
                <a:latin typeface="Tahoma"/>
                <a:ea typeface="Tahoma"/>
                <a:cs typeface="Tahoma"/>
                <a:sym typeface="Tahoma"/>
              </a:rPr>
              <a:t> SPREAD THE  “GOOD NEWS”</a:t>
            </a:r>
            <a:endParaRPr/>
          </a:p>
          <a:p>
            <a:pPr marL="2286000" marR="0" lvl="0" indent="0" algn="l" rtl="0">
              <a:lnSpc>
                <a:spcPct val="90000"/>
              </a:lnSpc>
              <a:spcBef>
                <a:spcPts val="640"/>
              </a:spcBef>
              <a:spcAft>
                <a:spcPts val="0"/>
              </a:spcAft>
              <a:buNone/>
            </a:pPr>
            <a:endParaRPr/>
          </a:p>
          <a:p>
            <a:pPr marL="0" marR="0" lvl="0" indent="0" algn="l" rtl="0">
              <a:lnSpc>
                <a:spcPct val="100000"/>
              </a:lnSpc>
              <a:spcBef>
                <a:spcPts val="0"/>
              </a:spcBef>
              <a:spcAft>
                <a:spcPts val="0"/>
              </a:spcAft>
              <a:buNone/>
            </a:pPr>
            <a:endParaRPr sz="2400" b="1" i="0" u="none" strike="noStrike" cap="none">
              <a:solidFill>
                <a:schemeClr val="dk1"/>
              </a:solidFill>
              <a:latin typeface="Tahoma"/>
              <a:ea typeface="Tahoma"/>
              <a:cs typeface="Tahoma"/>
              <a:sym typeface="Tahoma"/>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sp>
        <p:nvSpPr>
          <p:cNvPr id="706" name="Google Shape;706;p92"/>
          <p:cNvSpPr txBox="1">
            <a:spLocks noGrp="1"/>
          </p:cNvSpPr>
          <p:nvPr>
            <p:ph type="ctrTitle"/>
          </p:nvPr>
        </p:nvSpPr>
        <p:spPr>
          <a:xfrm>
            <a:off x="609600" y="228600"/>
            <a:ext cx="85344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600"/>
              <a:buFont typeface="Tahoma"/>
              <a:buNone/>
            </a:pPr>
            <a:r>
              <a:rPr lang="en-US" sz="3600" b="1" i="0" u="none">
                <a:solidFill>
                  <a:schemeClr val="dk2"/>
                </a:solidFill>
                <a:latin typeface="Tahoma"/>
                <a:ea typeface="Tahoma"/>
                <a:cs typeface="Tahoma"/>
                <a:sym typeface="Tahoma"/>
              </a:rPr>
              <a:t>WHAT IS NEXT?</a:t>
            </a:r>
            <a:endParaRPr/>
          </a:p>
        </p:txBody>
      </p:sp>
      <p:sp>
        <p:nvSpPr>
          <p:cNvPr id="707" name="Google Shape;707;p92"/>
          <p:cNvSpPr txBox="1">
            <a:spLocks noGrp="1"/>
          </p:cNvSpPr>
          <p:nvPr>
            <p:ph type="subTitle" idx="1"/>
          </p:nvPr>
        </p:nvSpPr>
        <p:spPr>
          <a:xfrm>
            <a:off x="609600" y="1752600"/>
            <a:ext cx="8153400" cy="5410200"/>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Clr>
                <a:schemeClr val="dk1"/>
              </a:buClr>
              <a:buSzPts val="3600"/>
              <a:buFont typeface="Tahoma"/>
              <a:buNone/>
            </a:pPr>
            <a:endParaRPr sz="3600" b="1" i="1" u="none">
              <a:solidFill>
                <a:schemeClr val="dk1"/>
              </a:solidFill>
              <a:latin typeface="Tahoma"/>
              <a:ea typeface="Tahoma"/>
              <a:cs typeface="Tahoma"/>
              <a:sym typeface="Tahoma"/>
            </a:endParaRPr>
          </a:p>
          <a:p>
            <a:pPr marL="0" lvl="0" indent="0" algn="ctr" rtl="0">
              <a:spcBef>
                <a:spcPts val="720"/>
              </a:spcBef>
              <a:spcAft>
                <a:spcPts val="0"/>
              </a:spcAft>
              <a:buClr>
                <a:schemeClr val="dk1"/>
              </a:buClr>
              <a:buSzPts val="3600"/>
              <a:buFont typeface="Tahoma"/>
              <a:buNone/>
            </a:pPr>
            <a:endParaRPr sz="3600" b="1" i="1" u="none">
              <a:solidFill>
                <a:schemeClr val="dk1"/>
              </a:solidFill>
              <a:latin typeface="Tahoma"/>
              <a:ea typeface="Tahoma"/>
              <a:cs typeface="Tahoma"/>
              <a:sym typeface="Tahoma"/>
            </a:endParaRPr>
          </a:p>
        </p:txBody>
      </p:sp>
      <p:cxnSp>
        <p:nvCxnSpPr>
          <p:cNvPr id="708" name="Google Shape;708;p92"/>
          <p:cNvCxnSpPr/>
          <p:nvPr/>
        </p:nvCxnSpPr>
        <p:spPr>
          <a:xfrm>
            <a:off x="457200" y="1524000"/>
            <a:ext cx="8153400" cy="0"/>
          </a:xfrm>
          <a:prstGeom prst="straightConnector1">
            <a:avLst/>
          </a:prstGeom>
          <a:noFill/>
          <a:ln w="76200" cap="flat" cmpd="sng">
            <a:solidFill>
              <a:srgbClr val="FF0000"/>
            </a:solidFill>
            <a:prstDash val="solid"/>
            <a:miter lim="800000"/>
            <a:headEnd type="none" w="med" len="med"/>
            <a:tailEnd type="none" w="med" len="med"/>
          </a:ln>
        </p:spPr>
      </p:cxnSp>
      <p:sp>
        <p:nvSpPr>
          <p:cNvPr id="709" name="Google Shape;709;p92"/>
          <p:cNvSpPr txBox="1"/>
          <p:nvPr/>
        </p:nvSpPr>
        <p:spPr>
          <a:xfrm>
            <a:off x="381000" y="1600200"/>
            <a:ext cx="8458200" cy="47942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ahoma"/>
              <a:buNone/>
            </a:pPr>
            <a:r>
              <a:rPr lang="en-US" sz="3200" b="1" i="0" u="none">
                <a:solidFill>
                  <a:schemeClr val="dk1"/>
                </a:solidFill>
                <a:latin typeface="Tahoma"/>
                <a:ea typeface="Tahoma"/>
                <a:cs typeface="Tahoma"/>
                <a:sym typeface="Tahoma"/>
              </a:rPr>
              <a:t>CONTINUE  TURNING YOUR “ SWITCH”</a:t>
            </a:r>
            <a:endParaRPr/>
          </a:p>
          <a:p>
            <a:pPr marL="1828800" marR="0" lvl="4" indent="-203200" algn="l" rtl="0">
              <a:lnSpc>
                <a:spcPct val="90000"/>
              </a:lnSpc>
              <a:spcBef>
                <a:spcPts val="640"/>
              </a:spcBef>
              <a:spcAft>
                <a:spcPts val="0"/>
              </a:spcAft>
              <a:buClr>
                <a:schemeClr val="dk1"/>
              </a:buClr>
              <a:buSzPts val="3200"/>
              <a:buFont typeface="Noto Sans Symbols"/>
              <a:buChar char="❖"/>
            </a:pPr>
            <a:r>
              <a:rPr lang="en-US" sz="3200" b="1" i="1" u="none" strike="noStrike" cap="none">
                <a:solidFill>
                  <a:schemeClr val="dk1"/>
                </a:solidFill>
                <a:latin typeface="Tahoma"/>
                <a:ea typeface="Tahoma"/>
                <a:cs typeface="Tahoma"/>
                <a:sym typeface="Tahoma"/>
              </a:rPr>
              <a:t>S</a:t>
            </a:r>
            <a:endParaRPr/>
          </a:p>
          <a:p>
            <a:pPr marL="1828800" marR="0" lvl="4" indent="-203200" algn="l" rtl="0">
              <a:lnSpc>
                <a:spcPct val="90000"/>
              </a:lnSpc>
              <a:spcBef>
                <a:spcPts val="640"/>
              </a:spcBef>
              <a:spcAft>
                <a:spcPts val="0"/>
              </a:spcAft>
              <a:buClr>
                <a:schemeClr val="dk1"/>
              </a:buClr>
              <a:buSzPts val="3200"/>
              <a:buFont typeface="Noto Sans Symbols"/>
              <a:buChar char="❖"/>
            </a:pPr>
            <a:r>
              <a:rPr lang="en-US" sz="3200" b="1" i="1" u="none" strike="noStrike" cap="none">
                <a:solidFill>
                  <a:schemeClr val="dk1"/>
                </a:solidFill>
                <a:latin typeface="Tahoma"/>
                <a:ea typeface="Tahoma"/>
                <a:cs typeface="Tahoma"/>
                <a:sym typeface="Tahoma"/>
              </a:rPr>
              <a:t>W</a:t>
            </a:r>
            <a:endParaRPr/>
          </a:p>
          <a:p>
            <a:pPr marL="1828800" marR="0" lvl="4" indent="-203200" algn="l" rtl="0">
              <a:lnSpc>
                <a:spcPct val="90000"/>
              </a:lnSpc>
              <a:spcBef>
                <a:spcPts val="640"/>
              </a:spcBef>
              <a:spcAft>
                <a:spcPts val="0"/>
              </a:spcAft>
              <a:buClr>
                <a:schemeClr val="dk1"/>
              </a:buClr>
              <a:buSzPts val="3200"/>
              <a:buFont typeface="Noto Sans Symbols"/>
              <a:buChar char="❖"/>
            </a:pPr>
            <a:r>
              <a:rPr lang="en-US" sz="3200" b="1" i="1" u="none" strike="noStrike" cap="none">
                <a:solidFill>
                  <a:schemeClr val="dk1"/>
                </a:solidFill>
                <a:latin typeface="Tahoma"/>
                <a:ea typeface="Tahoma"/>
                <a:cs typeface="Tahoma"/>
                <a:sym typeface="Tahoma"/>
              </a:rPr>
              <a:t>I</a:t>
            </a:r>
            <a:endParaRPr/>
          </a:p>
          <a:p>
            <a:pPr marL="1828800" marR="0" lvl="4" indent="-203200" algn="l" rtl="0">
              <a:lnSpc>
                <a:spcPct val="90000"/>
              </a:lnSpc>
              <a:spcBef>
                <a:spcPts val="640"/>
              </a:spcBef>
              <a:spcAft>
                <a:spcPts val="0"/>
              </a:spcAft>
              <a:buClr>
                <a:schemeClr val="dk1"/>
              </a:buClr>
              <a:buSzPts val="3200"/>
              <a:buFont typeface="Noto Sans Symbols"/>
              <a:buChar char="❖"/>
            </a:pPr>
            <a:r>
              <a:rPr lang="en-US" sz="3200" b="1" i="1" u="none" strike="noStrike" cap="none">
                <a:solidFill>
                  <a:schemeClr val="dk1"/>
                </a:solidFill>
                <a:latin typeface="Tahoma"/>
                <a:ea typeface="Tahoma"/>
                <a:cs typeface="Tahoma"/>
                <a:sym typeface="Tahoma"/>
              </a:rPr>
              <a:t>T</a:t>
            </a:r>
            <a:endParaRPr/>
          </a:p>
          <a:p>
            <a:pPr marL="1828800" marR="0" lvl="4" indent="-203200" algn="l" rtl="0">
              <a:lnSpc>
                <a:spcPct val="90000"/>
              </a:lnSpc>
              <a:spcBef>
                <a:spcPts val="640"/>
              </a:spcBef>
              <a:spcAft>
                <a:spcPts val="0"/>
              </a:spcAft>
              <a:buClr>
                <a:schemeClr val="dk1"/>
              </a:buClr>
              <a:buSzPts val="3200"/>
              <a:buFont typeface="Noto Sans Symbols"/>
              <a:buChar char="❖"/>
            </a:pPr>
            <a:r>
              <a:rPr lang="en-US" sz="3200" b="1" i="1" u="none" strike="noStrike" cap="none">
                <a:solidFill>
                  <a:schemeClr val="dk1"/>
                </a:solidFill>
                <a:latin typeface="Tahoma"/>
                <a:ea typeface="Tahoma"/>
                <a:cs typeface="Tahoma"/>
                <a:sym typeface="Tahoma"/>
              </a:rPr>
              <a:t>C</a:t>
            </a:r>
            <a:endParaRPr/>
          </a:p>
          <a:p>
            <a:pPr marL="1828800" marR="0" lvl="4" indent="-203200" algn="l" rtl="0">
              <a:lnSpc>
                <a:spcPct val="90000"/>
              </a:lnSpc>
              <a:spcBef>
                <a:spcPts val="640"/>
              </a:spcBef>
              <a:spcAft>
                <a:spcPts val="0"/>
              </a:spcAft>
              <a:buClr>
                <a:schemeClr val="dk1"/>
              </a:buClr>
              <a:buSzPts val="3200"/>
              <a:buFont typeface="Noto Sans Symbols"/>
              <a:buChar char="❖"/>
            </a:pPr>
            <a:r>
              <a:rPr lang="en-US" sz="3200" b="1" i="1" u="none" strike="noStrike" cap="none">
                <a:solidFill>
                  <a:schemeClr val="dk1"/>
                </a:solidFill>
                <a:latin typeface="Tahoma"/>
                <a:ea typeface="Tahoma"/>
                <a:cs typeface="Tahoma"/>
                <a:sym typeface="Tahoma"/>
              </a:rPr>
              <a:t>H</a:t>
            </a:r>
            <a:endParaRPr/>
          </a:p>
          <a:p>
            <a:pPr marL="1828800" marR="0" lvl="4" indent="0" algn="l" rtl="0">
              <a:lnSpc>
                <a:spcPct val="90000"/>
              </a:lnSpc>
              <a:spcBef>
                <a:spcPts val="640"/>
              </a:spcBef>
              <a:spcAft>
                <a:spcPts val="0"/>
              </a:spcAft>
              <a:buClr>
                <a:schemeClr val="dk1"/>
              </a:buClr>
              <a:buSzPts val="3200"/>
              <a:buFont typeface="Noto Sans Symbols"/>
              <a:buNone/>
            </a:pPr>
            <a:endParaRPr sz="3200" b="1" i="1" u="none" strike="noStrike" cap="none">
              <a:solidFill>
                <a:schemeClr val="dk1"/>
              </a:solidFill>
              <a:latin typeface="Tahoma"/>
              <a:ea typeface="Tahoma"/>
              <a:cs typeface="Tahoma"/>
              <a:sym typeface="Tahoma"/>
            </a:endParaRPr>
          </a:p>
          <a:p>
            <a:pPr marL="1828800" marR="0" lvl="4" indent="0" algn="l" rtl="0">
              <a:lnSpc>
                <a:spcPct val="90000"/>
              </a:lnSpc>
              <a:spcBef>
                <a:spcPts val="560"/>
              </a:spcBef>
              <a:spcAft>
                <a:spcPts val="0"/>
              </a:spcAft>
              <a:buClr>
                <a:schemeClr val="dk1"/>
              </a:buClr>
              <a:buSzPts val="2800"/>
              <a:buFont typeface="Tahoma"/>
              <a:buNone/>
            </a:pPr>
            <a:r>
              <a:rPr lang="en-US" sz="2800" b="1" i="1" u="none" strike="noStrike" cap="none">
                <a:solidFill>
                  <a:schemeClr val="dk1"/>
                </a:solidFill>
                <a:latin typeface="Tahoma"/>
                <a:ea typeface="Tahoma"/>
                <a:cs typeface="Tahoma"/>
                <a:sym typeface="Tahoma"/>
              </a:rPr>
              <a:t>			….not  witch !</a:t>
            </a:r>
            <a:endParaRPr/>
          </a:p>
        </p:txBody>
      </p:sp>
      <p:pic>
        <p:nvPicPr>
          <p:cNvPr id="710" name="Google Shape;710;p92" descr="witch"/>
          <p:cNvPicPr preferRelativeResize="0"/>
          <p:nvPr/>
        </p:nvPicPr>
        <p:blipFill rotWithShape="1">
          <a:blip r:embed="rId3">
            <a:alphaModFix/>
          </a:blip>
          <a:srcRect/>
          <a:stretch/>
        </p:blipFill>
        <p:spPr>
          <a:xfrm>
            <a:off x="5410200" y="4419600"/>
            <a:ext cx="2190750" cy="142875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93"/>
          <p:cNvSpPr txBox="1">
            <a:spLocks noGrp="1"/>
          </p:cNvSpPr>
          <p:nvPr>
            <p:ph type="title"/>
          </p:nvPr>
        </p:nvSpPr>
        <p:spPr>
          <a:xfrm>
            <a:off x="685800" y="0"/>
            <a:ext cx="77724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3600"/>
              <a:buFont typeface="Tahoma"/>
              <a:buNone/>
            </a:pPr>
            <a:r>
              <a:rPr lang="en-US" sz="3600" b="1" i="0" u="none">
                <a:solidFill>
                  <a:schemeClr val="dk2"/>
                </a:solidFill>
                <a:latin typeface="Tahoma"/>
                <a:ea typeface="Tahoma"/>
                <a:cs typeface="Tahoma"/>
                <a:sym typeface="Tahoma"/>
              </a:rPr>
              <a:t>WHAT IS NEXT?</a:t>
            </a:r>
            <a:endParaRPr/>
          </a:p>
        </p:txBody>
      </p:sp>
      <p:sp>
        <p:nvSpPr>
          <p:cNvPr id="716" name="Google Shape;716;p93"/>
          <p:cNvSpPr txBox="1">
            <a:spLocks noGrp="1"/>
          </p:cNvSpPr>
          <p:nvPr>
            <p:ph type="body" idx="1"/>
          </p:nvPr>
        </p:nvSpPr>
        <p:spPr>
          <a:xfrm>
            <a:off x="152400" y="1143000"/>
            <a:ext cx="8763000" cy="5715000"/>
          </a:xfrm>
          <a:prstGeom prst="rect">
            <a:avLst/>
          </a:prstGeom>
          <a:noFill/>
          <a:ln>
            <a:noFill/>
          </a:ln>
        </p:spPr>
        <p:txBody>
          <a:bodyPr spcFirstLastPara="1" wrap="square" lIns="91425" tIns="45700" rIns="91425" bIns="45700" anchor="t" anchorCtr="0">
            <a:noAutofit/>
          </a:bodyPr>
          <a:lstStyle/>
          <a:p>
            <a:pPr marL="1143000" lvl="2" indent="-228600" algn="l" rtl="0">
              <a:lnSpc>
                <a:spcPct val="100000"/>
              </a:lnSpc>
              <a:spcBef>
                <a:spcPts val="0"/>
              </a:spcBef>
              <a:spcAft>
                <a:spcPts val="0"/>
              </a:spcAft>
              <a:buClr>
                <a:schemeClr val="dk1"/>
              </a:buClr>
              <a:buSzPts val="3600"/>
              <a:buFont typeface="Tahoma"/>
              <a:buChar char="•"/>
            </a:pPr>
            <a:r>
              <a:rPr lang="en-US" sz="3600" b="1" i="0" u="none" dirty="0">
                <a:solidFill>
                  <a:schemeClr val="dk1"/>
                </a:solidFill>
                <a:latin typeface="Tahoma"/>
                <a:ea typeface="Tahoma"/>
                <a:cs typeface="Tahoma"/>
                <a:sym typeface="Tahoma"/>
              </a:rPr>
              <a:t>TURN</a:t>
            </a:r>
            <a:r>
              <a:rPr lang="en-US" sz="3600" b="1" dirty="0"/>
              <a:t> ON </a:t>
            </a:r>
            <a:r>
              <a:rPr lang="en-US" sz="3600" b="1" i="0" u="none" dirty="0">
                <a:solidFill>
                  <a:schemeClr val="dk1"/>
                </a:solidFill>
                <a:latin typeface="Tahoma"/>
                <a:ea typeface="Tahoma"/>
                <a:cs typeface="Tahoma"/>
                <a:sym typeface="Tahoma"/>
              </a:rPr>
              <a:t>YOUR “SWITCH”</a:t>
            </a:r>
            <a:endParaRPr dirty="0"/>
          </a:p>
          <a:p>
            <a:pPr marL="1600200" lvl="3" indent="-247650" algn="l" rtl="0">
              <a:lnSpc>
                <a:spcPct val="100000"/>
              </a:lnSpc>
              <a:spcBef>
                <a:spcPts val="720"/>
              </a:spcBef>
              <a:spcAft>
                <a:spcPts val="0"/>
              </a:spcAft>
              <a:buClr>
                <a:schemeClr val="dk1"/>
              </a:buClr>
              <a:buSzPts val="3900"/>
              <a:buFont typeface="Arial"/>
              <a:buChar char="–"/>
            </a:pPr>
            <a:r>
              <a:rPr lang="en-US" sz="3900" b="1" dirty="0">
                <a:latin typeface="Arial"/>
                <a:ea typeface="Arial"/>
                <a:cs typeface="Arial"/>
                <a:sym typeface="Arial"/>
              </a:rPr>
              <a:t> </a:t>
            </a:r>
            <a:r>
              <a:rPr lang="en-US" sz="3900" b="1" i="0" u="none" dirty="0">
                <a:solidFill>
                  <a:schemeClr val="dk1"/>
                </a:solidFill>
                <a:latin typeface="Arial"/>
                <a:ea typeface="Arial"/>
                <a:cs typeface="Arial"/>
                <a:sym typeface="Arial"/>
              </a:rPr>
              <a:t>S </a:t>
            </a:r>
            <a:r>
              <a:rPr lang="en-US" sz="3900" b="1" i="0" u="none" dirty="0" err="1">
                <a:solidFill>
                  <a:schemeClr val="dk1"/>
                </a:solidFill>
                <a:latin typeface="Arial"/>
                <a:ea typeface="Arial"/>
                <a:cs typeface="Arial"/>
                <a:sym typeface="Arial"/>
              </a:rPr>
              <a:t>heperds</a:t>
            </a:r>
            <a:endParaRPr sz="2300" dirty="0">
              <a:latin typeface="Arial"/>
              <a:ea typeface="Arial"/>
              <a:cs typeface="Arial"/>
              <a:sym typeface="Arial"/>
            </a:endParaRPr>
          </a:p>
          <a:p>
            <a:pPr marL="1600200" lvl="3" indent="-247650" algn="l" rtl="0">
              <a:lnSpc>
                <a:spcPct val="100000"/>
              </a:lnSpc>
              <a:spcBef>
                <a:spcPts val="720"/>
              </a:spcBef>
              <a:spcAft>
                <a:spcPts val="0"/>
              </a:spcAft>
              <a:buClr>
                <a:schemeClr val="dk1"/>
              </a:buClr>
              <a:buSzPts val="3900"/>
              <a:buFont typeface="Arial"/>
              <a:buChar char="–"/>
            </a:pPr>
            <a:r>
              <a:rPr lang="en-US" sz="3900" b="1" dirty="0">
                <a:latin typeface="Arial"/>
                <a:ea typeface="Arial"/>
                <a:cs typeface="Arial"/>
                <a:sym typeface="Arial"/>
              </a:rPr>
              <a:t> </a:t>
            </a:r>
            <a:r>
              <a:rPr lang="en-US" sz="3900" b="1" i="0" u="none" dirty="0">
                <a:solidFill>
                  <a:schemeClr val="dk1"/>
                </a:solidFill>
                <a:latin typeface="Arial"/>
                <a:ea typeface="Arial"/>
                <a:cs typeface="Arial"/>
                <a:sym typeface="Arial"/>
              </a:rPr>
              <a:t>W </a:t>
            </a:r>
            <a:r>
              <a:rPr lang="en-US" sz="3900" b="1" i="0" u="none" dirty="0" err="1">
                <a:solidFill>
                  <a:schemeClr val="dk1"/>
                </a:solidFill>
                <a:latin typeface="Arial"/>
                <a:ea typeface="Arial"/>
                <a:cs typeface="Arial"/>
                <a:sym typeface="Arial"/>
              </a:rPr>
              <a:t>itness</a:t>
            </a:r>
            <a:endParaRPr sz="2300" dirty="0">
              <a:latin typeface="Arial"/>
              <a:ea typeface="Arial"/>
              <a:cs typeface="Arial"/>
              <a:sym typeface="Arial"/>
            </a:endParaRPr>
          </a:p>
          <a:p>
            <a:pPr marL="1600200" lvl="3" indent="-247650" algn="l" rtl="0">
              <a:lnSpc>
                <a:spcPct val="100000"/>
              </a:lnSpc>
              <a:spcBef>
                <a:spcPts val="720"/>
              </a:spcBef>
              <a:spcAft>
                <a:spcPts val="0"/>
              </a:spcAft>
              <a:buClr>
                <a:schemeClr val="dk1"/>
              </a:buClr>
              <a:buSzPts val="3900"/>
              <a:buFont typeface="Arial"/>
              <a:buChar char="–"/>
            </a:pPr>
            <a:r>
              <a:rPr lang="en-US" sz="3900" b="1" dirty="0">
                <a:latin typeface="Arial"/>
                <a:ea typeface="Arial"/>
                <a:cs typeface="Arial"/>
                <a:sym typeface="Arial"/>
              </a:rPr>
              <a:t>  </a:t>
            </a:r>
            <a:r>
              <a:rPr lang="en-US" sz="3900" b="1" i="0" u="none" dirty="0">
                <a:solidFill>
                  <a:schemeClr val="dk1"/>
                </a:solidFill>
                <a:latin typeface="Arial"/>
                <a:ea typeface="Arial"/>
                <a:cs typeface="Arial"/>
                <a:sym typeface="Arial"/>
              </a:rPr>
              <a:t>I </a:t>
            </a:r>
            <a:r>
              <a:rPr lang="en-US" sz="3900" b="1" i="0" u="none" dirty="0" err="1">
                <a:solidFill>
                  <a:schemeClr val="dk1"/>
                </a:solidFill>
                <a:latin typeface="Arial"/>
                <a:ea typeface="Arial"/>
                <a:cs typeface="Arial"/>
                <a:sym typeface="Arial"/>
              </a:rPr>
              <a:t>ntercessors</a:t>
            </a:r>
            <a:endParaRPr sz="2300" dirty="0">
              <a:latin typeface="Arial"/>
              <a:ea typeface="Arial"/>
              <a:cs typeface="Arial"/>
              <a:sym typeface="Arial"/>
            </a:endParaRPr>
          </a:p>
          <a:p>
            <a:pPr marL="1600200" lvl="3" indent="-247650" algn="l" rtl="0">
              <a:lnSpc>
                <a:spcPct val="100000"/>
              </a:lnSpc>
              <a:spcBef>
                <a:spcPts val="720"/>
              </a:spcBef>
              <a:spcAft>
                <a:spcPts val="0"/>
              </a:spcAft>
              <a:buClr>
                <a:schemeClr val="dk1"/>
              </a:buClr>
              <a:buSzPts val="3900"/>
              <a:buFont typeface="Arial"/>
              <a:buChar char="–"/>
            </a:pPr>
            <a:r>
              <a:rPr lang="en-US" sz="3900" b="1" dirty="0">
                <a:latin typeface="Arial"/>
                <a:ea typeface="Arial"/>
                <a:cs typeface="Arial"/>
                <a:sym typeface="Arial"/>
              </a:rPr>
              <a:t> </a:t>
            </a:r>
            <a:r>
              <a:rPr lang="en-US" sz="3900" b="1" i="0" u="none" dirty="0">
                <a:solidFill>
                  <a:schemeClr val="dk1"/>
                </a:solidFill>
                <a:latin typeface="Arial"/>
                <a:ea typeface="Arial"/>
                <a:cs typeface="Arial"/>
                <a:sym typeface="Arial"/>
              </a:rPr>
              <a:t>T </a:t>
            </a:r>
            <a:r>
              <a:rPr lang="en-US" sz="3900" b="1" i="0" u="none" dirty="0" err="1">
                <a:solidFill>
                  <a:schemeClr val="dk1"/>
                </a:solidFill>
                <a:latin typeface="Arial"/>
                <a:ea typeface="Arial"/>
                <a:cs typeface="Arial"/>
                <a:sym typeface="Arial"/>
              </a:rPr>
              <a:t>eachers</a:t>
            </a:r>
            <a:endParaRPr sz="2300" dirty="0">
              <a:latin typeface="Arial"/>
              <a:ea typeface="Arial"/>
              <a:cs typeface="Arial"/>
              <a:sym typeface="Arial"/>
            </a:endParaRPr>
          </a:p>
          <a:p>
            <a:pPr marL="1600200" lvl="3" indent="-247650" algn="l" rtl="0">
              <a:lnSpc>
                <a:spcPct val="100000"/>
              </a:lnSpc>
              <a:spcBef>
                <a:spcPts val="720"/>
              </a:spcBef>
              <a:spcAft>
                <a:spcPts val="0"/>
              </a:spcAft>
              <a:buClr>
                <a:schemeClr val="dk1"/>
              </a:buClr>
              <a:buSzPts val="3900"/>
              <a:buFont typeface="Arial"/>
              <a:buChar char="–"/>
            </a:pPr>
            <a:r>
              <a:rPr lang="en-US" sz="3900" b="1" dirty="0">
                <a:latin typeface="Arial"/>
                <a:ea typeface="Arial"/>
                <a:cs typeface="Arial"/>
                <a:sym typeface="Arial"/>
              </a:rPr>
              <a:t> </a:t>
            </a:r>
            <a:r>
              <a:rPr lang="en-US" sz="3900" b="1" i="0" u="none" dirty="0">
                <a:solidFill>
                  <a:schemeClr val="dk1"/>
                </a:solidFill>
                <a:latin typeface="Arial"/>
                <a:ea typeface="Arial"/>
                <a:cs typeface="Arial"/>
                <a:sym typeface="Arial"/>
              </a:rPr>
              <a:t>C </a:t>
            </a:r>
            <a:r>
              <a:rPr lang="en-US" sz="3900" b="1" i="0" u="none" dirty="0" err="1">
                <a:solidFill>
                  <a:schemeClr val="dk1"/>
                </a:solidFill>
                <a:latin typeface="Arial"/>
                <a:ea typeface="Arial"/>
                <a:cs typeface="Arial"/>
                <a:sym typeface="Arial"/>
              </a:rPr>
              <a:t>ounselors</a:t>
            </a:r>
            <a:endParaRPr sz="2300" dirty="0">
              <a:latin typeface="Arial"/>
              <a:ea typeface="Arial"/>
              <a:cs typeface="Arial"/>
              <a:sym typeface="Arial"/>
            </a:endParaRPr>
          </a:p>
          <a:p>
            <a:pPr marL="1600200" lvl="3" indent="-247650" algn="l" rtl="0">
              <a:lnSpc>
                <a:spcPct val="100000"/>
              </a:lnSpc>
              <a:spcBef>
                <a:spcPts val="720"/>
              </a:spcBef>
              <a:spcAft>
                <a:spcPts val="0"/>
              </a:spcAft>
              <a:buClr>
                <a:schemeClr val="dk1"/>
              </a:buClr>
              <a:buSzPts val="3900"/>
              <a:buFont typeface="Arial"/>
              <a:buChar char="–"/>
            </a:pPr>
            <a:r>
              <a:rPr lang="en-US" sz="3900" b="1" dirty="0">
                <a:latin typeface="Arial"/>
                <a:ea typeface="Arial"/>
                <a:cs typeface="Arial"/>
                <a:sym typeface="Arial"/>
              </a:rPr>
              <a:t> </a:t>
            </a:r>
            <a:r>
              <a:rPr lang="en-US" sz="3900" b="1" i="0" u="none" dirty="0">
                <a:solidFill>
                  <a:schemeClr val="dk1"/>
                </a:solidFill>
                <a:latin typeface="Arial"/>
                <a:ea typeface="Arial"/>
                <a:cs typeface="Arial"/>
                <a:sym typeface="Arial"/>
              </a:rPr>
              <a:t>H </a:t>
            </a:r>
            <a:r>
              <a:rPr lang="en-US" sz="3900" b="1" i="0" u="none" dirty="0" err="1">
                <a:solidFill>
                  <a:schemeClr val="dk1"/>
                </a:solidFill>
                <a:latin typeface="Arial"/>
                <a:ea typeface="Arial"/>
                <a:cs typeface="Arial"/>
                <a:sym typeface="Arial"/>
              </a:rPr>
              <a:t>ealers</a:t>
            </a:r>
            <a:endParaRPr sz="2300" dirty="0">
              <a:latin typeface="Arial"/>
              <a:ea typeface="Arial"/>
              <a:cs typeface="Arial"/>
              <a:sym typeface="Arial"/>
            </a:endParaRPr>
          </a:p>
          <a:p>
            <a:pPr marL="342900" lvl="0" indent="-114300" algn="l" rtl="0">
              <a:spcBef>
                <a:spcPts val="720"/>
              </a:spcBef>
              <a:spcAft>
                <a:spcPts val="0"/>
              </a:spcAft>
              <a:buClr>
                <a:schemeClr val="dk1"/>
              </a:buClr>
              <a:buSzPts val="3600"/>
              <a:buFont typeface="Tahoma"/>
              <a:buNone/>
            </a:pPr>
            <a:endParaRPr sz="3600" b="1" i="0" u="none" dirty="0">
              <a:solidFill>
                <a:schemeClr val="dk1"/>
              </a:solidFill>
              <a:latin typeface="Tahoma"/>
              <a:ea typeface="Tahoma"/>
              <a:cs typeface="Tahoma"/>
              <a:sym typeface="Tahoma"/>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94"/>
          <p:cNvSpPr txBox="1">
            <a:spLocks noGrp="1"/>
          </p:cNvSpPr>
          <p:nvPr>
            <p:ph type="ctrTitle"/>
          </p:nvPr>
        </p:nvSpPr>
        <p:spPr>
          <a:xfrm>
            <a:off x="609600" y="228600"/>
            <a:ext cx="85344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600"/>
              <a:buFont typeface="Tahoma"/>
              <a:buNone/>
            </a:pPr>
            <a:r>
              <a:rPr lang="en-US" sz="3600" b="1" i="0" u="none">
                <a:solidFill>
                  <a:schemeClr val="dk2"/>
                </a:solidFill>
                <a:latin typeface="Tahoma"/>
                <a:ea typeface="Tahoma"/>
                <a:cs typeface="Tahoma"/>
                <a:sym typeface="Tahoma"/>
              </a:rPr>
              <a:t>WHAT IS NEXT?</a:t>
            </a:r>
            <a:endParaRPr/>
          </a:p>
        </p:txBody>
      </p:sp>
      <p:sp>
        <p:nvSpPr>
          <p:cNvPr id="723" name="Google Shape;723;p94"/>
          <p:cNvSpPr txBox="1">
            <a:spLocks noGrp="1"/>
          </p:cNvSpPr>
          <p:nvPr>
            <p:ph type="subTitle" idx="1"/>
          </p:nvPr>
        </p:nvSpPr>
        <p:spPr>
          <a:xfrm>
            <a:off x="609600" y="1752600"/>
            <a:ext cx="8153400" cy="5410200"/>
          </a:xfrm>
          <a:prstGeom prst="rect">
            <a:avLst/>
          </a:prstGeom>
          <a:noFill/>
          <a:ln>
            <a:noFill/>
          </a:ln>
        </p:spPr>
        <p:txBody>
          <a:bodyPr spcFirstLastPara="1" wrap="square" lIns="91425" tIns="45700" rIns="91425" bIns="45700" anchor="t" anchorCtr="0">
            <a:noAutofit/>
          </a:bodyPr>
          <a:lstStyle/>
          <a:p>
            <a:pPr marL="609600" lvl="0" indent="-609600" algn="l" rtl="0">
              <a:lnSpc>
                <a:spcPct val="100000"/>
              </a:lnSpc>
              <a:spcBef>
                <a:spcPts val="0"/>
              </a:spcBef>
              <a:spcAft>
                <a:spcPts val="0"/>
              </a:spcAft>
              <a:buClr>
                <a:schemeClr val="dk1"/>
              </a:buClr>
              <a:buSzPts val="3600"/>
              <a:buFont typeface="Tahoma"/>
              <a:buNone/>
            </a:pPr>
            <a:endParaRPr sz="3600" b="1" i="1" u="none">
              <a:solidFill>
                <a:schemeClr val="dk1"/>
              </a:solidFill>
              <a:latin typeface="Tahoma"/>
              <a:ea typeface="Tahoma"/>
              <a:cs typeface="Tahoma"/>
              <a:sym typeface="Tahoma"/>
            </a:endParaRPr>
          </a:p>
          <a:p>
            <a:pPr marL="0" lvl="0" indent="0" algn="ctr" rtl="0">
              <a:spcBef>
                <a:spcPts val="720"/>
              </a:spcBef>
              <a:spcAft>
                <a:spcPts val="0"/>
              </a:spcAft>
              <a:buClr>
                <a:schemeClr val="dk1"/>
              </a:buClr>
              <a:buSzPts val="3600"/>
              <a:buFont typeface="Tahoma"/>
              <a:buNone/>
            </a:pPr>
            <a:endParaRPr sz="3600" b="1" i="1" u="none">
              <a:solidFill>
                <a:schemeClr val="dk1"/>
              </a:solidFill>
              <a:latin typeface="Tahoma"/>
              <a:ea typeface="Tahoma"/>
              <a:cs typeface="Tahoma"/>
              <a:sym typeface="Tahoma"/>
            </a:endParaRPr>
          </a:p>
        </p:txBody>
      </p:sp>
      <p:cxnSp>
        <p:nvCxnSpPr>
          <p:cNvPr id="724" name="Google Shape;724;p94"/>
          <p:cNvCxnSpPr/>
          <p:nvPr/>
        </p:nvCxnSpPr>
        <p:spPr>
          <a:xfrm>
            <a:off x="457200" y="1524000"/>
            <a:ext cx="8153400" cy="0"/>
          </a:xfrm>
          <a:prstGeom prst="straightConnector1">
            <a:avLst/>
          </a:prstGeom>
          <a:noFill/>
          <a:ln w="76200" cap="flat" cmpd="sng">
            <a:solidFill>
              <a:srgbClr val="FF0000"/>
            </a:solidFill>
            <a:prstDash val="solid"/>
            <a:miter lim="800000"/>
            <a:headEnd type="none" w="med" len="med"/>
            <a:tailEnd type="none" w="med" len="med"/>
          </a:ln>
        </p:spPr>
      </p:cxnSp>
      <p:sp>
        <p:nvSpPr>
          <p:cNvPr id="725" name="Google Shape;725;p94"/>
          <p:cNvSpPr txBox="1"/>
          <p:nvPr/>
        </p:nvSpPr>
        <p:spPr>
          <a:xfrm>
            <a:off x="381000" y="1600200"/>
            <a:ext cx="8458200" cy="5893200"/>
          </a:xfrm>
          <a:prstGeom prst="rect">
            <a:avLst/>
          </a:prstGeom>
          <a:noFill/>
          <a:ln>
            <a:noFill/>
          </a:ln>
        </p:spPr>
        <p:txBody>
          <a:bodyPr spcFirstLastPara="1" wrap="square" lIns="91425" tIns="45700" rIns="91425" bIns="45700" anchor="t" anchorCtr="0">
            <a:spAutoFit/>
          </a:bodyPr>
          <a:lstStyle/>
          <a:p>
            <a:pPr marL="1371600" marR="0" lvl="0" indent="0" algn="l" rtl="0">
              <a:lnSpc>
                <a:spcPct val="90000"/>
              </a:lnSpc>
              <a:spcBef>
                <a:spcPts val="0"/>
              </a:spcBef>
              <a:spcAft>
                <a:spcPts val="0"/>
              </a:spcAft>
              <a:buNone/>
            </a:pPr>
            <a:endParaRPr/>
          </a:p>
          <a:p>
            <a:pPr marL="914400" marR="0" lvl="2" indent="0" algn="l" rtl="0">
              <a:lnSpc>
                <a:spcPct val="90000"/>
              </a:lnSpc>
              <a:spcBef>
                <a:spcPts val="560"/>
              </a:spcBef>
              <a:spcAft>
                <a:spcPts val="0"/>
              </a:spcAft>
              <a:buClr>
                <a:schemeClr val="dk1"/>
              </a:buClr>
              <a:buSzPts val="2800"/>
              <a:buFont typeface="Noto Sans Symbols"/>
              <a:buNone/>
            </a:pPr>
            <a:endParaRPr sz="2800" b="1" i="1" u="none" strike="noStrike" cap="none">
              <a:solidFill>
                <a:schemeClr val="dk1"/>
              </a:solidFill>
              <a:latin typeface="Tahoma"/>
              <a:ea typeface="Tahoma"/>
              <a:cs typeface="Tahoma"/>
              <a:sym typeface="Tahoma"/>
            </a:endParaRPr>
          </a:p>
          <a:p>
            <a:pPr marL="914400" marR="0" lvl="2" indent="-177800" algn="l" rtl="0">
              <a:lnSpc>
                <a:spcPct val="90000"/>
              </a:lnSpc>
              <a:spcBef>
                <a:spcPts val="560"/>
              </a:spcBef>
              <a:spcAft>
                <a:spcPts val="0"/>
              </a:spcAft>
              <a:buClr>
                <a:schemeClr val="dk1"/>
              </a:buClr>
              <a:buSzPts val="2800"/>
              <a:buFont typeface="Noto Sans Symbols"/>
              <a:buChar char="❖"/>
            </a:pPr>
            <a:r>
              <a:rPr lang="en-US" sz="2800" b="1" i="1" u="none" strike="noStrike" cap="none">
                <a:solidFill>
                  <a:schemeClr val="dk1"/>
                </a:solidFill>
                <a:latin typeface="Tahoma"/>
                <a:ea typeface="Tahoma"/>
                <a:cs typeface="Tahoma"/>
                <a:sym typeface="Tahoma"/>
              </a:rPr>
              <a:t> CONTINUE SMALL GROUP</a:t>
            </a:r>
            <a:endParaRPr/>
          </a:p>
          <a:p>
            <a:pPr marL="914400" marR="0" lvl="2" indent="0" algn="l" rtl="0">
              <a:lnSpc>
                <a:spcPct val="90000"/>
              </a:lnSpc>
              <a:spcBef>
                <a:spcPts val="560"/>
              </a:spcBef>
              <a:spcAft>
                <a:spcPts val="0"/>
              </a:spcAft>
              <a:buClr>
                <a:schemeClr val="dk1"/>
              </a:buClr>
              <a:buSzPts val="2800"/>
              <a:buFont typeface="Noto Sans Symbols"/>
              <a:buNone/>
            </a:pPr>
            <a:endParaRPr sz="2800" b="1" i="1" u="none" strike="noStrike" cap="none">
              <a:solidFill>
                <a:schemeClr val="dk1"/>
              </a:solidFill>
              <a:latin typeface="Tahoma"/>
              <a:ea typeface="Tahoma"/>
              <a:cs typeface="Tahoma"/>
              <a:sym typeface="Tahoma"/>
            </a:endParaRPr>
          </a:p>
          <a:p>
            <a:pPr marL="914400" marR="0" lvl="2" indent="-177800" algn="l" rtl="0">
              <a:lnSpc>
                <a:spcPct val="90000"/>
              </a:lnSpc>
              <a:spcBef>
                <a:spcPts val="560"/>
              </a:spcBef>
              <a:spcAft>
                <a:spcPts val="0"/>
              </a:spcAft>
              <a:buClr>
                <a:schemeClr val="dk1"/>
              </a:buClr>
              <a:buSzPts val="2800"/>
              <a:buFont typeface="Noto Sans Symbols"/>
              <a:buChar char="❖"/>
            </a:pPr>
            <a:r>
              <a:rPr lang="en-US" sz="2800" b="1" i="1" u="none" strike="noStrike" cap="none">
                <a:solidFill>
                  <a:schemeClr val="dk1"/>
                </a:solidFill>
                <a:latin typeface="Tahoma"/>
                <a:ea typeface="Tahoma"/>
                <a:cs typeface="Tahoma"/>
                <a:sym typeface="Tahoma"/>
              </a:rPr>
              <a:t> PRACTICE, PRACTICE</a:t>
            </a:r>
            <a:endParaRPr/>
          </a:p>
          <a:p>
            <a:pPr marL="914400" marR="0" lvl="2" indent="0" algn="l" rtl="0">
              <a:lnSpc>
                <a:spcPct val="90000"/>
              </a:lnSpc>
              <a:spcBef>
                <a:spcPts val="560"/>
              </a:spcBef>
              <a:spcAft>
                <a:spcPts val="0"/>
              </a:spcAft>
              <a:buClr>
                <a:schemeClr val="dk1"/>
              </a:buClr>
              <a:buSzPts val="2800"/>
              <a:buFont typeface="Noto Sans Symbols"/>
              <a:buNone/>
            </a:pPr>
            <a:endParaRPr sz="2800" b="1" i="1" u="none" strike="noStrike" cap="none">
              <a:solidFill>
                <a:schemeClr val="dk1"/>
              </a:solidFill>
              <a:latin typeface="Tahoma"/>
              <a:ea typeface="Tahoma"/>
              <a:cs typeface="Tahoma"/>
              <a:sym typeface="Tahoma"/>
            </a:endParaRPr>
          </a:p>
          <a:p>
            <a:pPr marL="914400" marR="0" lvl="2" indent="-177800" algn="l" rtl="0">
              <a:lnSpc>
                <a:spcPct val="90000"/>
              </a:lnSpc>
              <a:spcBef>
                <a:spcPts val="560"/>
              </a:spcBef>
              <a:spcAft>
                <a:spcPts val="0"/>
              </a:spcAft>
              <a:buClr>
                <a:schemeClr val="dk1"/>
              </a:buClr>
              <a:buSzPts val="2800"/>
              <a:buFont typeface="Noto Sans Symbols"/>
              <a:buChar char="❖"/>
            </a:pPr>
            <a:r>
              <a:rPr lang="en-US" sz="2800" b="1" i="1" u="none" strike="noStrike" cap="none">
                <a:solidFill>
                  <a:schemeClr val="dk1"/>
                </a:solidFill>
                <a:latin typeface="Tahoma"/>
                <a:ea typeface="Tahoma"/>
                <a:cs typeface="Tahoma"/>
                <a:sym typeface="Tahoma"/>
              </a:rPr>
              <a:t> CONTINUE STUDIES - NEXT SEMINARS (</a:t>
            </a:r>
            <a:endParaRPr/>
          </a:p>
          <a:p>
            <a:pPr marL="914400" marR="0" lvl="2" indent="0" algn="l" rtl="0">
              <a:lnSpc>
                <a:spcPct val="90000"/>
              </a:lnSpc>
              <a:spcBef>
                <a:spcPts val="560"/>
              </a:spcBef>
              <a:spcAft>
                <a:spcPts val="0"/>
              </a:spcAft>
              <a:buClr>
                <a:schemeClr val="dk1"/>
              </a:buClr>
              <a:buSzPts val="2800"/>
              <a:buFont typeface="Arial"/>
              <a:buNone/>
            </a:pPr>
            <a:endParaRPr sz="2800" b="1" i="1" u="none" strike="noStrike" cap="none">
              <a:solidFill>
                <a:schemeClr val="dk1"/>
              </a:solidFill>
              <a:latin typeface="Tahoma"/>
              <a:ea typeface="Tahoma"/>
              <a:cs typeface="Tahoma"/>
              <a:sym typeface="Tahoma"/>
            </a:endParaRPr>
          </a:p>
          <a:p>
            <a:pPr marL="914400" marR="0" lvl="2" indent="0" algn="l" rtl="0">
              <a:lnSpc>
                <a:spcPct val="90000"/>
              </a:lnSpc>
              <a:spcBef>
                <a:spcPts val="560"/>
              </a:spcBef>
              <a:spcAft>
                <a:spcPts val="0"/>
              </a:spcAft>
              <a:buClr>
                <a:schemeClr val="dk1"/>
              </a:buClr>
              <a:buSzPts val="2800"/>
              <a:buFont typeface="Noto Sans Symbols"/>
              <a:buNone/>
            </a:pPr>
            <a:endParaRPr sz="2800" b="1" i="1" u="none" strike="noStrike" cap="none">
              <a:solidFill>
                <a:schemeClr val="dk1"/>
              </a:solidFill>
              <a:latin typeface="Tahoma"/>
              <a:ea typeface="Tahoma"/>
              <a:cs typeface="Tahoma"/>
              <a:sym typeface="Tahoma"/>
            </a:endParaRPr>
          </a:p>
          <a:p>
            <a:pPr marL="914400" marR="0" lvl="2" indent="-254000" algn="l" rtl="0">
              <a:lnSpc>
                <a:spcPct val="90000"/>
              </a:lnSpc>
              <a:spcBef>
                <a:spcPts val="800"/>
              </a:spcBef>
              <a:spcAft>
                <a:spcPts val="0"/>
              </a:spcAft>
              <a:buClr>
                <a:schemeClr val="dk1"/>
              </a:buClr>
              <a:buSzPts val="4000"/>
              <a:buFont typeface="Noto Sans Symbols"/>
              <a:buChar char="❖"/>
            </a:pPr>
            <a:r>
              <a:rPr lang="en-US" sz="4000" b="1" i="1" u="none" strike="noStrike" cap="none">
                <a:solidFill>
                  <a:schemeClr val="dk1"/>
                </a:solidFill>
                <a:latin typeface="Tahoma"/>
                <a:ea typeface="Tahoma"/>
                <a:cs typeface="Tahoma"/>
                <a:sym typeface="Tahoma"/>
              </a:rPr>
              <a:t>THANK YOU </a:t>
            </a:r>
            <a:endParaRPr/>
          </a:p>
          <a:p>
            <a:pPr marL="914400" marR="0" lvl="2" indent="0" algn="l" rtl="0">
              <a:lnSpc>
                <a:spcPct val="90000"/>
              </a:lnSpc>
              <a:spcBef>
                <a:spcPts val="800"/>
              </a:spcBef>
              <a:spcAft>
                <a:spcPts val="0"/>
              </a:spcAft>
              <a:buClr>
                <a:schemeClr val="dk1"/>
              </a:buClr>
              <a:buSzPts val="4000"/>
              <a:buFont typeface="Noto Sans Symbols"/>
              <a:buNone/>
            </a:pPr>
            <a:endParaRPr sz="4000" b="1" i="1" u="none" strike="noStrike" cap="none">
              <a:solidFill>
                <a:schemeClr val="dk1"/>
              </a:solidFill>
              <a:latin typeface="Tahoma"/>
              <a:ea typeface="Tahoma"/>
              <a:cs typeface="Tahoma"/>
              <a:sym typeface="Tahoma"/>
            </a:endParaRPr>
          </a:p>
          <a:p>
            <a:pPr marL="0" marR="0" lvl="0" indent="0" algn="l" rtl="0">
              <a:lnSpc>
                <a:spcPct val="100000"/>
              </a:lnSpc>
              <a:spcBef>
                <a:spcPts val="0"/>
              </a:spcBef>
              <a:spcAft>
                <a:spcPts val="0"/>
              </a:spcAft>
              <a:buNone/>
            </a:pPr>
            <a:endParaRPr sz="4000" b="1" i="1" u="none" strike="noStrike" cap="none">
              <a:solidFill>
                <a:schemeClr val="dk1"/>
              </a:solidFill>
              <a:latin typeface="Tahoma"/>
              <a:ea typeface="Tahoma"/>
              <a:cs typeface="Tahoma"/>
              <a:sym typeface="Tahoma"/>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sp>
        <p:nvSpPr>
          <p:cNvPr id="730" name="Google Shape;730;p95"/>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4400">
              <a:solidFill>
                <a:schemeClr val="dk2"/>
              </a:solidFill>
              <a:latin typeface="Tahoma"/>
              <a:ea typeface="Tahoma"/>
              <a:cs typeface="Tahoma"/>
              <a:sym typeface="Tahoma"/>
            </a:endParaRPr>
          </a:p>
        </p:txBody>
      </p:sp>
      <p:sp>
        <p:nvSpPr>
          <p:cNvPr id="731" name="Google Shape;731;p95"/>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p>
            <a:pPr marL="342900" marR="0" lvl="0" indent="-139700" algn="l" rtl="0">
              <a:spcBef>
                <a:spcPts val="0"/>
              </a:spcBef>
              <a:spcAft>
                <a:spcPts val="0"/>
              </a:spcAft>
              <a:buClr>
                <a:schemeClr val="dk1"/>
              </a:buClr>
              <a:buSzPts val="3200"/>
              <a:buFont typeface="Tahoma"/>
              <a:buNone/>
            </a:pPr>
            <a:endParaRPr sz="3200">
              <a:solidFill>
                <a:schemeClr val="dk1"/>
              </a:solidFill>
              <a:latin typeface="Tahoma"/>
              <a:ea typeface="Tahoma"/>
              <a:cs typeface="Tahoma"/>
              <a:sym typeface="Tahoma"/>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96"/>
          <p:cNvSpPr txBox="1">
            <a:spLocks noGrp="1"/>
          </p:cNvSpPr>
          <p:nvPr>
            <p:ph type="title"/>
          </p:nvPr>
        </p:nvSpPr>
        <p:spPr>
          <a:xfrm>
            <a:off x="381000" y="0"/>
            <a:ext cx="8229600" cy="4873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2000"/>
              <a:buFont typeface="Tahoma"/>
              <a:buNone/>
            </a:pPr>
            <a:r>
              <a:rPr lang="en-US" sz="2000" b="1" i="0" u="none">
                <a:solidFill>
                  <a:schemeClr val="dk2"/>
                </a:solidFill>
                <a:latin typeface="Tahoma"/>
                <a:ea typeface="Tahoma"/>
                <a:cs typeface="Tahoma"/>
                <a:sym typeface="Tahoma"/>
              </a:rPr>
              <a:t>SEMINAR EVALUATION SHEET</a:t>
            </a:r>
            <a:br>
              <a:rPr lang="en-US" sz="2000" b="1" i="0" u="none">
                <a:solidFill>
                  <a:schemeClr val="dk2"/>
                </a:solidFill>
                <a:latin typeface="Tahoma"/>
                <a:ea typeface="Tahoma"/>
                <a:cs typeface="Tahoma"/>
                <a:sym typeface="Tahoma"/>
              </a:rPr>
            </a:br>
            <a:endParaRPr/>
          </a:p>
        </p:txBody>
      </p:sp>
      <p:graphicFrame>
        <p:nvGraphicFramePr>
          <p:cNvPr id="737" name="Google Shape;737;p96"/>
          <p:cNvGraphicFramePr/>
          <p:nvPr/>
        </p:nvGraphicFramePr>
        <p:xfrm>
          <a:off x="533400" y="484187"/>
          <a:ext cx="8229600" cy="6267350"/>
        </p:xfrm>
        <a:graphic>
          <a:graphicData uri="http://schemas.openxmlformats.org/drawingml/2006/table">
            <a:tbl>
              <a:tblPr>
                <a:noFill/>
                <a:tableStyleId>{72434260-9CF5-4606-A446-553FF8C46EF2}</a:tableStyleId>
              </a:tblPr>
              <a:tblGrid>
                <a:gridCol w="228600">
                  <a:extLst>
                    <a:ext uri="{9D8B030D-6E8A-4147-A177-3AD203B41FA5}">
                      <a16:colId xmlns:a16="http://schemas.microsoft.com/office/drawing/2014/main" val="20000"/>
                    </a:ext>
                  </a:extLst>
                </a:gridCol>
                <a:gridCol w="6477000">
                  <a:extLst>
                    <a:ext uri="{9D8B030D-6E8A-4147-A177-3AD203B41FA5}">
                      <a16:colId xmlns:a16="http://schemas.microsoft.com/office/drawing/2014/main" val="20001"/>
                    </a:ext>
                  </a:extLst>
                </a:gridCol>
                <a:gridCol w="304800">
                  <a:extLst>
                    <a:ext uri="{9D8B030D-6E8A-4147-A177-3AD203B41FA5}">
                      <a16:colId xmlns:a16="http://schemas.microsoft.com/office/drawing/2014/main" val="20002"/>
                    </a:ext>
                  </a:extLst>
                </a:gridCol>
                <a:gridCol w="304800">
                  <a:extLst>
                    <a:ext uri="{9D8B030D-6E8A-4147-A177-3AD203B41FA5}">
                      <a16:colId xmlns:a16="http://schemas.microsoft.com/office/drawing/2014/main" val="20003"/>
                    </a:ext>
                  </a:extLst>
                </a:gridCol>
                <a:gridCol w="304800">
                  <a:extLst>
                    <a:ext uri="{9D8B030D-6E8A-4147-A177-3AD203B41FA5}">
                      <a16:colId xmlns:a16="http://schemas.microsoft.com/office/drawing/2014/main" val="20004"/>
                    </a:ext>
                  </a:extLst>
                </a:gridCol>
                <a:gridCol w="304800">
                  <a:extLst>
                    <a:ext uri="{9D8B030D-6E8A-4147-A177-3AD203B41FA5}">
                      <a16:colId xmlns:a16="http://schemas.microsoft.com/office/drawing/2014/main" val="20005"/>
                    </a:ext>
                  </a:extLst>
                </a:gridCol>
                <a:gridCol w="304800">
                  <a:extLst>
                    <a:ext uri="{9D8B030D-6E8A-4147-A177-3AD203B41FA5}">
                      <a16:colId xmlns:a16="http://schemas.microsoft.com/office/drawing/2014/main" val="20006"/>
                    </a:ext>
                  </a:extLst>
                </a:gridCol>
              </a:tblGrid>
              <a:tr h="736600">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ahoma"/>
                        <a:buNone/>
                      </a:pPr>
                      <a:r>
                        <a:rPr lang="en-US" sz="1800" b="1" i="1" u="none">
                          <a:solidFill>
                            <a:schemeClr val="dk1"/>
                          </a:solidFill>
                          <a:latin typeface="Tahoma"/>
                          <a:ea typeface="Tahoma"/>
                          <a:cs typeface="Tahoma"/>
                          <a:sym typeface="Tahoma"/>
                        </a:rPr>
                        <a:t>Please help us improve by rating the following questions using the scale of     1 (poor)  to   5 (best)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1" i="0" u="none">
                          <a:solidFill>
                            <a:schemeClr val="dk1"/>
                          </a:solidFill>
                          <a:latin typeface="Tahoma"/>
                          <a:ea typeface="Tahoma"/>
                          <a:cs typeface="Tahoma"/>
                          <a:sym typeface="Tahoma"/>
                        </a:rPr>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1" i="0" u="none">
                          <a:solidFill>
                            <a:schemeClr val="dk1"/>
                          </a:solidFill>
                          <a:latin typeface="Tahoma"/>
                          <a:ea typeface="Tahoma"/>
                          <a:cs typeface="Tahoma"/>
                          <a:sym typeface="Tahoma"/>
                        </a:rPr>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1" i="0" u="none">
                          <a:solidFill>
                            <a:schemeClr val="dk1"/>
                          </a:solidFill>
                          <a:latin typeface="Tahoma"/>
                          <a:ea typeface="Tahoma"/>
                          <a:cs typeface="Tahoma"/>
                          <a:sym typeface="Tahoma"/>
                        </a:rPr>
                        <a:t>3</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1" i="0" u="none">
                          <a:solidFill>
                            <a:schemeClr val="dk1"/>
                          </a:solidFill>
                          <a:latin typeface="Tahoma"/>
                          <a:ea typeface="Tahoma"/>
                          <a:cs typeface="Tahoma"/>
                          <a:sym typeface="Tahoma"/>
                        </a:rPr>
                        <a:t>4</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Tahoma"/>
                        <a:buNone/>
                      </a:pPr>
                      <a:r>
                        <a:rPr lang="en-US" sz="1600" b="1" i="0" u="none">
                          <a:solidFill>
                            <a:schemeClr val="dk1"/>
                          </a:solidFill>
                          <a:latin typeface="Tahoma"/>
                          <a:ea typeface="Tahoma"/>
                          <a:cs typeface="Tahoma"/>
                          <a:sym typeface="Tahoma"/>
                        </a:rPr>
                        <a:t>5</a:t>
                      </a:r>
                      <a:endParaRPr/>
                    </a:p>
                    <a:p>
                      <a:pPr marL="0" marR="0" lvl="0" indent="0" algn="l" rtl="0">
                        <a:spcBef>
                          <a:spcPts val="0"/>
                        </a:spcBef>
                        <a:spcAft>
                          <a:spcPts val="0"/>
                        </a:spcAft>
                        <a:buNone/>
                      </a:pPr>
                      <a:endParaRPr sz="1600" b="1" i="0" u="none">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44500">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ahoma"/>
                        <a:buNone/>
                      </a:pPr>
                      <a:r>
                        <a:rPr lang="en-US" sz="1800" b="0" i="0" u="none">
                          <a:solidFill>
                            <a:schemeClr val="dk1"/>
                          </a:solidFill>
                          <a:latin typeface="Tahoma"/>
                          <a:ea typeface="Tahoma"/>
                          <a:cs typeface="Tahoma"/>
                          <a:sym typeface="Tahoma"/>
                        </a:rPr>
                        <a:t>Schedule and proper use of time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44500">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ahoma"/>
                        <a:buNone/>
                      </a:pPr>
                      <a:r>
                        <a:rPr lang="en-US" sz="1800" b="0" i="0" u="none">
                          <a:solidFill>
                            <a:schemeClr val="dk1"/>
                          </a:solidFill>
                          <a:latin typeface="Tahoma"/>
                          <a:ea typeface="Tahoma"/>
                          <a:cs typeface="Tahoma"/>
                          <a:sym typeface="Tahoma"/>
                        </a:rPr>
                        <a:t>Seminar venue and conference room</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44500">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ahoma"/>
                        <a:buNone/>
                      </a:pPr>
                      <a:r>
                        <a:rPr lang="en-US" sz="1800" b="0" i="0" u="none">
                          <a:solidFill>
                            <a:schemeClr val="dk1"/>
                          </a:solidFill>
                          <a:latin typeface="Tahoma"/>
                          <a:ea typeface="Tahoma"/>
                          <a:cs typeface="Tahoma"/>
                          <a:sym typeface="Tahoma"/>
                        </a:rPr>
                        <a:t>Handouts and materials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44500">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ahoma"/>
                        <a:buNone/>
                      </a:pPr>
                      <a:r>
                        <a:rPr lang="en-US" sz="1800" b="0" i="0" u="none">
                          <a:solidFill>
                            <a:schemeClr val="dk1"/>
                          </a:solidFill>
                          <a:latin typeface="Tahoma"/>
                          <a:ea typeface="Tahoma"/>
                          <a:cs typeface="Tahoma"/>
                          <a:sym typeface="Tahoma"/>
                        </a:rPr>
                        <a:t>Presentations of Teachers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544500">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ahoma"/>
                        <a:buNone/>
                      </a:pPr>
                      <a:r>
                        <a:rPr lang="en-US" sz="1800" b="0" i="0" u="none">
                          <a:solidFill>
                            <a:schemeClr val="dk1"/>
                          </a:solidFill>
                          <a:latin typeface="Tahoma"/>
                          <a:ea typeface="Tahoma"/>
                          <a:cs typeface="Tahoma"/>
                          <a:sym typeface="Tahoma"/>
                        </a:rPr>
                        <a:t>Small Group Sessions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544500">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ahoma"/>
                        <a:buNone/>
                      </a:pPr>
                      <a:r>
                        <a:rPr lang="en-US" sz="1800" b="0" i="0" u="none">
                          <a:solidFill>
                            <a:schemeClr val="dk1"/>
                          </a:solidFill>
                          <a:latin typeface="Tahoma"/>
                          <a:ea typeface="Tahoma"/>
                          <a:cs typeface="Tahoma"/>
                          <a:sym typeface="Tahoma"/>
                        </a:rPr>
                        <a:t>Applicability to your growth</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44500">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ahoma"/>
                        <a:buNone/>
                      </a:pPr>
                      <a:r>
                        <a:rPr lang="en-US" sz="1800" b="0" i="0" u="none">
                          <a:solidFill>
                            <a:schemeClr val="dk1"/>
                          </a:solidFill>
                          <a:latin typeface="Tahoma"/>
                          <a:ea typeface="Tahoma"/>
                          <a:cs typeface="Tahoma"/>
                          <a:sym typeface="Tahoma"/>
                        </a:rPr>
                        <a:t>Did it meet your expectations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695325">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ahoma"/>
                        <a:buNone/>
                      </a:pPr>
                      <a:r>
                        <a:rPr lang="en-US" sz="1800" b="0" i="0" u="none">
                          <a:solidFill>
                            <a:schemeClr val="dk1"/>
                          </a:solidFill>
                          <a:latin typeface="Tahoma"/>
                          <a:ea typeface="Tahoma"/>
                          <a:cs typeface="Tahoma"/>
                          <a:sym typeface="Tahoma"/>
                        </a:rPr>
                        <a:t>Which did you like best?</a:t>
                      </a:r>
                      <a:endParaRPr/>
                    </a:p>
                    <a:p>
                      <a:pPr marL="0" marR="0" lvl="0" indent="0" algn="l" rtl="0">
                        <a:spcBef>
                          <a:spcPts val="0"/>
                        </a:spcBef>
                        <a:spcAft>
                          <a:spcPts val="0"/>
                        </a:spcAft>
                        <a:buNone/>
                      </a:pPr>
                      <a:endParaRPr sz="1800" b="0" i="0" u="none">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r h="1023925">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800"/>
                        <a:buFont typeface="Tahoma"/>
                        <a:buNone/>
                      </a:pPr>
                      <a:r>
                        <a:rPr lang="en-US" sz="1800" b="0" i="0" u="none">
                          <a:solidFill>
                            <a:schemeClr val="dk1"/>
                          </a:solidFill>
                          <a:latin typeface="Tahoma"/>
                          <a:ea typeface="Tahoma"/>
                          <a:cs typeface="Tahoma"/>
                          <a:sym typeface="Tahoma"/>
                        </a:rPr>
                        <a:t>What should be improved?</a:t>
                      </a:r>
                      <a:endParaRPr/>
                    </a:p>
                    <a:p>
                      <a:pPr marL="0" marR="0" lvl="0" indent="0" algn="l" rtl="0">
                        <a:lnSpc>
                          <a:spcPct val="100000"/>
                        </a:lnSpc>
                        <a:spcBef>
                          <a:spcPts val="360"/>
                        </a:spcBef>
                        <a:spcAft>
                          <a:spcPts val="0"/>
                        </a:spcAft>
                        <a:buClr>
                          <a:schemeClr val="dk1"/>
                        </a:buClr>
                        <a:buSzPts val="1800"/>
                        <a:buFont typeface="Tahoma"/>
                        <a:buNone/>
                      </a:pPr>
                      <a:endParaRPr sz="1800" b="0" i="0" u="none">
                        <a:solidFill>
                          <a:schemeClr val="dk1"/>
                        </a:solidFill>
                        <a:latin typeface="Tahoma"/>
                        <a:ea typeface="Tahoma"/>
                        <a:cs typeface="Tahoma"/>
                        <a:sym typeface="Tahoma"/>
                      </a:endParaRPr>
                    </a:p>
                    <a:p>
                      <a:pPr marL="0" marR="0" lvl="0" indent="0" algn="l" rtl="0">
                        <a:spcBef>
                          <a:spcPts val="0"/>
                        </a:spcBef>
                        <a:spcAft>
                          <a:spcPts val="0"/>
                        </a:spcAft>
                        <a:buNone/>
                      </a:pPr>
                      <a:endParaRPr sz="1800" b="0" i="0" u="none">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sz="1800">
                        <a:solidFill>
                          <a:schemeClr val="dk1"/>
                        </a:solidFill>
                        <a:latin typeface="Tahoma"/>
                        <a:ea typeface="Tahoma"/>
                        <a:cs typeface="Tahoma"/>
                        <a:sym typeface="Tahoma"/>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cSld>
  <p:clrMapOvr>
    <a:masterClrMapping/>
  </p:clrMapOvr>
</p:sld>
</file>

<file path=ppt/theme/theme1.xml><?xml version="1.0" encoding="utf-8"?>
<a:theme xmlns:a="http://schemas.openxmlformats.org/drawingml/2006/main" name="Default Design">
  <a:themeElements>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4009</Words>
  <Application>Microsoft Office PowerPoint</Application>
  <PresentationFormat>On-screen Show (4:3)</PresentationFormat>
  <Paragraphs>509</Paragraphs>
  <Slides>80</Slides>
  <Notes>80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80</vt:i4>
      </vt:variant>
    </vt:vector>
  </HeadingPairs>
  <TitlesOfParts>
    <vt:vector size="84" baseType="lpstr">
      <vt:lpstr>Noto Sans Symbols</vt:lpstr>
      <vt:lpstr>Tahoma</vt:lpstr>
      <vt:lpstr>Arial</vt:lpstr>
      <vt:lpstr>Default Design</vt:lpstr>
      <vt:lpstr>PRAYER COUNSELING SEMINAR I  “Remove the wooden beam from your eye first; then you will see clearly to remove the splinter in your brother’s eye.” Luke 6:42b</vt:lpstr>
      <vt:lpstr>WELCOME TO THE PRAYER COUNSELING SEMINAR</vt:lpstr>
      <vt:lpstr>WELCOME TO THE PRAYER COUNSELING SEMINAR</vt:lpstr>
      <vt:lpstr>WELCOME TO THE PRAYER COUNSELING SEMINAR</vt:lpstr>
      <vt:lpstr>WELCOME TO THE PRAYER COUNSELING SEMINAR</vt:lpstr>
      <vt:lpstr>WELCOME TO THE PRAYER COUNSELING SEMINAR</vt:lpstr>
      <vt:lpstr>PowerPoint Presentation</vt:lpstr>
      <vt:lpstr>INGREDIENTS OF PRAYER HEALING</vt:lpstr>
      <vt:lpstr>INGREDIENTS OF PRAYER COUNSELING</vt:lpstr>
      <vt:lpstr>INGREDIENTS OF PRAYER COUNSELING</vt:lpstr>
      <vt:lpstr>INGREDIENTS OF PRAYER COUNSELING</vt:lpstr>
      <vt:lpstr>INGREDIENTS OF PRAYER COUNSELING</vt:lpstr>
      <vt:lpstr>INGREDIENTS OF PRAYER COUNSELING</vt:lpstr>
      <vt:lpstr>INGREDIENTS OF PRAYER COUNSELING</vt:lpstr>
      <vt:lpstr>INGREDIENTS OF PRAYER COUNSELING</vt:lpstr>
      <vt:lpstr>PowerPoint Presentation</vt:lpstr>
      <vt:lpstr> Biblical Basis</vt:lpstr>
      <vt:lpstr>FOUR PRIMARY LAWS</vt:lpstr>
      <vt:lpstr>Law of Honoring Parents</vt:lpstr>
      <vt:lpstr>PowerPoint Presentation</vt:lpstr>
      <vt:lpstr>Law of Judging</vt:lpstr>
      <vt:lpstr>Law of Sowing and Reaping</vt:lpstr>
      <vt:lpstr>FOUR PRIMARY LAWS …</vt:lpstr>
      <vt:lpstr>PowerPoint Presentation</vt:lpstr>
      <vt:lpstr>For in that you judge another, you condemn yourself (Ro 2:1)</vt:lpstr>
      <vt:lpstr>Add to these laws the principle of increase</vt:lpstr>
      <vt:lpstr>…as though there is an inner child</vt:lpstr>
      <vt:lpstr>PowerPoint Presentation</vt:lpstr>
      <vt:lpstr>FOUNDATIONS FOR MINISTRY</vt:lpstr>
      <vt:lpstr>Why Healing &amp; Transformation?</vt:lpstr>
      <vt:lpstr>…it keeps on coming back</vt:lpstr>
      <vt:lpstr>Why Healing &amp; Transformation?</vt:lpstr>
      <vt:lpstr>ROLE OF PRAYER COUNSELOR</vt:lpstr>
      <vt:lpstr>ROLE OF PRAYER COUNSELOR . . .</vt:lpstr>
      <vt:lpstr>SOME ERRORS IN THE MINISTRY</vt:lpstr>
      <vt:lpstr>SOME ERRORS IN THE MINISTRY</vt:lpstr>
      <vt:lpstr>A PRAYER OF THANKS</vt:lpstr>
      <vt:lpstr>A PRAYER OF THANKS</vt:lpstr>
      <vt:lpstr>PowerPoint Presentation</vt:lpstr>
      <vt:lpstr>What Should Happen in Small Groups</vt:lpstr>
      <vt:lpstr>SMALL GROUPS</vt:lpstr>
      <vt:lpstr>Help Others in Putting on the Armor of God</vt:lpstr>
      <vt:lpstr>SMALL GROUPS</vt:lpstr>
      <vt:lpstr>SMALL GROUPS</vt:lpstr>
      <vt:lpstr>SMALL GROUPS</vt:lpstr>
      <vt:lpstr>SMALL GROUPS</vt:lpstr>
      <vt:lpstr>SMALL GROUPS</vt:lpstr>
      <vt:lpstr>SMALL GROUPS</vt:lpstr>
      <vt:lpstr>SMALL GROUPS</vt:lpstr>
      <vt:lpstr>SMALL GROUPS</vt:lpstr>
      <vt:lpstr>SMALL GROUPS</vt:lpstr>
      <vt:lpstr>SMALL GROUPS</vt:lpstr>
      <vt:lpstr>SMALL GROUPS</vt:lpstr>
      <vt:lpstr>SMALL GROUPS</vt:lpstr>
      <vt:lpstr>SMALL GROUPS</vt:lpstr>
      <vt:lpstr>SMALL GROUPS</vt:lpstr>
      <vt:lpstr>SMALL GROUPS </vt:lpstr>
      <vt:lpstr>SMALL GROUPS</vt:lpstr>
      <vt:lpstr>GUIDE FOR SMALL GROUP I</vt:lpstr>
      <vt:lpstr>GUIDE FOR SMALL GROUP II</vt:lpstr>
      <vt:lpstr>GUIDE FOR SMALL GROUP III</vt:lpstr>
      <vt:lpstr>PowerPoint Presentation</vt:lpstr>
      <vt:lpstr>PRAYER COUNSELING SEMINAR WRAP-UP</vt:lpstr>
      <vt:lpstr>  “..Take the plank out of your own eye, and then you will see clearly to take away the speck that is in your brother’s eye.”   Lk 6:42b</vt:lpstr>
      <vt:lpstr>“..Take the plank out of your own eye, and then you will see clearly to take away the speck that is in your brother’s eye.”  Lk 6:42b</vt:lpstr>
      <vt:lpstr>FOUR PRIMARY LAWS</vt:lpstr>
      <vt:lpstr> Four Primary Laws: Honor your father and mother. ( Dt 5:16) </vt:lpstr>
      <vt:lpstr>Four Primary Laws:  Do not judge lest you be judge. (Mt 7:1-2)  </vt:lpstr>
      <vt:lpstr>Four Primary Laws: What a man sow, this he will also reap. (Ga 6:7-8). </vt:lpstr>
      <vt:lpstr>Four Primary Laws: For in that you judge another, you condemn yourself  (Ro 2:1)</vt:lpstr>
      <vt:lpstr>WRAP-UP: PRAYER COUNSELING SEMINAR</vt:lpstr>
      <vt:lpstr>WRAP-UP :  PRAYER COUNSELING SEMINAR</vt:lpstr>
      <vt:lpstr>WHAT IS NEXT?</vt:lpstr>
      <vt:lpstr>Help Others in Putting on the Armor of God</vt:lpstr>
      <vt:lpstr>WHAT IS NEXT?</vt:lpstr>
      <vt:lpstr>WHAT IS NEXT?</vt:lpstr>
      <vt:lpstr>WHAT IS NEXT?</vt:lpstr>
      <vt:lpstr>WHAT IS NEXT?</vt:lpstr>
      <vt:lpstr>PowerPoint Presentation</vt:lpstr>
      <vt:lpstr>SEMINAR EVALUATION SHEET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PRAYER COUNSELING SEMINAR I  “Remove the wooden beam from your eye first; then you will see clearly to remove the splinter in your brother’s eye.” Luke 6:42b</dc:title>
  <dc:creator>Noel Trillana</dc:creator>
  <cp:lastModifiedBy>Jojo Jalandoni</cp:lastModifiedBy>
  <cp:revision>4</cp:revision>
  <dcterms:modified xsi:type="dcterms:W3CDTF">2026-03-03T03:04:46Z</dcterms:modified>
</cp:coreProperties>
</file>