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34"/>
  </p:notesMasterIdLst>
  <p:sldIdLst>
    <p:sldId id="256" r:id="rId2"/>
    <p:sldId id="288" r:id="rId3"/>
    <p:sldId id="257" r:id="rId4"/>
    <p:sldId id="258" r:id="rId5"/>
    <p:sldId id="259" r:id="rId6"/>
    <p:sldId id="287" r:id="rId7"/>
    <p:sldId id="260" r:id="rId8"/>
    <p:sldId id="261" r:id="rId9"/>
    <p:sldId id="289" r:id="rId10"/>
    <p:sldId id="290" r:id="rId11"/>
    <p:sldId id="291" r:id="rId12"/>
    <p:sldId id="292" r:id="rId13"/>
    <p:sldId id="272" r:id="rId14"/>
    <p:sldId id="273" r:id="rId15"/>
    <p:sldId id="262" r:id="rId16"/>
    <p:sldId id="274" r:id="rId17"/>
    <p:sldId id="275" r:id="rId18"/>
    <p:sldId id="276" r:id="rId19"/>
    <p:sldId id="277" r:id="rId20"/>
    <p:sldId id="263" r:id="rId21"/>
    <p:sldId id="265" r:id="rId22"/>
    <p:sldId id="266" r:id="rId23"/>
    <p:sldId id="267" r:id="rId24"/>
    <p:sldId id="279" r:id="rId25"/>
    <p:sldId id="293" r:id="rId26"/>
    <p:sldId id="280" r:id="rId27"/>
    <p:sldId id="281" r:id="rId28"/>
    <p:sldId id="282" r:id="rId29"/>
    <p:sldId id="283" r:id="rId30"/>
    <p:sldId id="284" r:id="rId31"/>
    <p:sldId id="285" r:id="rId32"/>
    <p:sldId id="286" r:id="rId3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7" autoAdjust="0"/>
    <p:restoredTop sz="71490" autoAdjust="0"/>
  </p:normalViewPr>
  <p:slideViewPr>
    <p:cSldViewPr>
      <p:cViewPr varScale="1">
        <p:scale>
          <a:sx n="53" d="100"/>
          <a:sy n="53" d="100"/>
        </p:scale>
        <p:origin x="1660"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86B9B424-CBA4-733E-9753-C100EA5A5A95}"/>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3075" name="Rectangle 3">
            <a:extLst>
              <a:ext uri="{FF2B5EF4-FFF2-40B4-BE49-F238E27FC236}">
                <a16:creationId xmlns:a16="http://schemas.microsoft.com/office/drawing/2014/main" id="{268593C9-57F2-0A29-C149-C7D4F185FDB2}"/>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3076" name="Rectangle 4">
            <a:extLst>
              <a:ext uri="{FF2B5EF4-FFF2-40B4-BE49-F238E27FC236}">
                <a16:creationId xmlns:a16="http://schemas.microsoft.com/office/drawing/2014/main" id="{11FBFE38-28C6-0445-F8F5-A98CDF66B063}"/>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a:extLst>
              <a:ext uri="{FF2B5EF4-FFF2-40B4-BE49-F238E27FC236}">
                <a16:creationId xmlns:a16="http://schemas.microsoft.com/office/drawing/2014/main" id="{69B5E88D-76B2-15E3-B1CC-C4C9B536924C}"/>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78" name="Rectangle 6">
            <a:extLst>
              <a:ext uri="{FF2B5EF4-FFF2-40B4-BE49-F238E27FC236}">
                <a16:creationId xmlns:a16="http://schemas.microsoft.com/office/drawing/2014/main" id="{EE245617-78C3-5FC2-0C22-889D839290CE}"/>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3079" name="Rectangle 7">
            <a:extLst>
              <a:ext uri="{FF2B5EF4-FFF2-40B4-BE49-F238E27FC236}">
                <a16:creationId xmlns:a16="http://schemas.microsoft.com/office/drawing/2014/main" id="{E1BA0BF2-DCCD-0F43-0CEB-BBC55A5E87F9}"/>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91DD31C0-141A-104E-9F2F-568024F53124}"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A2CFCC6-6F84-1A4E-27CF-8265988AA92E}"/>
              </a:ext>
            </a:extLst>
          </p:cNvPr>
          <p:cNvSpPr>
            <a:spLocks noGrp="1" noChangeArrowheads="1"/>
          </p:cNvSpPr>
          <p:nvPr>
            <p:ph type="sldNum" sz="quarter" idx="5"/>
          </p:nvPr>
        </p:nvSpPr>
        <p:spPr>
          <a:ln/>
        </p:spPr>
        <p:txBody>
          <a:bodyPr/>
          <a:lstStyle/>
          <a:p>
            <a:fld id="{C13A723F-7484-2C4D-B3E8-179E530EBF09}" type="slidenum">
              <a:rPr lang="en-US" altLang="en-US"/>
              <a:pPr/>
              <a:t>1</a:t>
            </a:fld>
            <a:endParaRPr lang="en-US" altLang="en-US"/>
          </a:p>
        </p:txBody>
      </p:sp>
      <p:sp>
        <p:nvSpPr>
          <p:cNvPr id="4098" name="Rectangle 2">
            <a:extLst>
              <a:ext uri="{FF2B5EF4-FFF2-40B4-BE49-F238E27FC236}">
                <a16:creationId xmlns:a16="http://schemas.microsoft.com/office/drawing/2014/main" id="{ED93D14A-C3E2-547D-A392-C8E7FBDFDA17}"/>
              </a:ext>
            </a:extLst>
          </p:cNvPr>
          <p:cNvSpPr>
            <a:spLocks noGrp="1" noRot="1" noChangeAspect="1" noChangeArrowheads="1" noTextEdit="1"/>
          </p:cNvSpPr>
          <p:nvPr>
            <p:ph type="sldImg"/>
          </p:nvPr>
        </p:nvSpPr>
        <p:spPr>
          <a:ln/>
        </p:spPr>
      </p:sp>
      <p:sp>
        <p:nvSpPr>
          <p:cNvPr id="4099" name="Rectangle 3">
            <a:extLst>
              <a:ext uri="{FF2B5EF4-FFF2-40B4-BE49-F238E27FC236}">
                <a16:creationId xmlns:a16="http://schemas.microsoft.com/office/drawing/2014/main" id="{B8EF987E-FC1D-9196-F894-7BBA2C0ACD02}"/>
              </a:ext>
            </a:extLst>
          </p:cNvPr>
          <p:cNvSpPr>
            <a:spLocks noGrp="1" noChangeArrowheads="1"/>
          </p:cNvSpPr>
          <p:nvPr>
            <p:ph type="body" idx="1"/>
          </p:nvPr>
        </p:nvSpPr>
        <p:spPr/>
        <p:txBody>
          <a:bodyPr/>
          <a:lstStyle/>
          <a:p>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7F8A237-491F-068B-AC26-87AAA8A6A52E}"/>
              </a:ext>
            </a:extLst>
          </p:cNvPr>
          <p:cNvSpPr>
            <a:spLocks noGrp="1" noChangeArrowheads="1"/>
          </p:cNvSpPr>
          <p:nvPr>
            <p:ph type="sldNum" sz="quarter" idx="5"/>
          </p:nvPr>
        </p:nvSpPr>
        <p:spPr>
          <a:ln/>
        </p:spPr>
        <p:txBody>
          <a:bodyPr/>
          <a:lstStyle/>
          <a:p>
            <a:fld id="{2D78E456-B187-4B4B-BA3B-E9C83F985B18}" type="slidenum">
              <a:rPr lang="en-US" altLang="en-US"/>
              <a:pPr/>
              <a:t>2</a:t>
            </a:fld>
            <a:endParaRPr lang="en-US" altLang="en-US"/>
          </a:p>
        </p:txBody>
      </p:sp>
      <p:sp>
        <p:nvSpPr>
          <p:cNvPr id="59394" name="Rectangle 2">
            <a:extLst>
              <a:ext uri="{FF2B5EF4-FFF2-40B4-BE49-F238E27FC236}">
                <a16:creationId xmlns:a16="http://schemas.microsoft.com/office/drawing/2014/main" id="{30280A3D-AF00-6E5F-3785-8B6B214BCCE6}"/>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1CE7AB76-D054-5897-1416-4556FE5966B0}"/>
              </a:ext>
            </a:extLst>
          </p:cNvPr>
          <p:cNvSpPr>
            <a:spLocks noGrp="1" noChangeArrowheads="1"/>
          </p:cNvSpPr>
          <p:nvPr>
            <p:ph type="body" idx="1"/>
          </p:nvPr>
        </p:nvSpPr>
        <p:spPr/>
        <p:txBody>
          <a:bodyPr/>
          <a:lstStyle/>
          <a:p>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5D88526-8931-ECD9-0123-A03BB84806F1}"/>
              </a:ext>
            </a:extLst>
          </p:cNvPr>
          <p:cNvSpPr>
            <a:spLocks noGrp="1" noChangeArrowheads="1"/>
          </p:cNvSpPr>
          <p:nvPr>
            <p:ph type="sldNum" sz="quarter" idx="5"/>
          </p:nvPr>
        </p:nvSpPr>
        <p:spPr>
          <a:ln/>
        </p:spPr>
        <p:txBody>
          <a:bodyPr/>
          <a:lstStyle/>
          <a:p>
            <a:fld id="{4B3A2884-4DDC-D647-B2D4-210208F74052}" type="slidenum">
              <a:rPr lang="en-US" altLang="en-US"/>
              <a:pPr/>
              <a:t>3</a:t>
            </a:fld>
            <a:endParaRPr lang="en-US" altLang="en-US"/>
          </a:p>
        </p:txBody>
      </p:sp>
      <p:sp>
        <p:nvSpPr>
          <p:cNvPr id="24578" name="Rectangle 2">
            <a:extLst>
              <a:ext uri="{FF2B5EF4-FFF2-40B4-BE49-F238E27FC236}">
                <a16:creationId xmlns:a16="http://schemas.microsoft.com/office/drawing/2014/main" id="{0786DCF1-B331-3DD5-63FD-1052BBFC661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F8D3983D-FCD2-BC1B-8533-E45ECB58DC2C}"/>
              </a:ext>
            </a:extLst>
          </p:cNvPr>
          <p:cNvSpPr>
            <a:spLocks noGrp="1" noChangeArrowheads="1"/>
          </p:cNvSpPr>
          <p:nvPr>
            <p:ph type="body" idx="1"/>
          </p:nvPr>
        </p:nvSpPr>
        <p:spPr/>
        <p:txBody>
          <a:bodyPr/>
          <a:lstStyle/>
          <a:p>
            <a:pPr marL="228600" indent="-228600">
              <a:buFontTx/>
              <a:buAutoNum type="arabicPeriod" startAt="2"/>
            </a:pPr>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9EDF72D-BF49-0849-938C-29D5660557FB}"/>
              </a:ext>
            </a:extLst>
          </p:cNvPr>
          <p:cNvSpPr>
            <a:spLocks noGrp="1" noChangeArrowheads="1"/>
          </p:cNvSpPr>
          <p:nvPr>
            <p:ph type="sldNum" sz="quarter" idx="5"/>
          </p:nvPr>
        </p:nvSpPr>
        <p:spPr>
          <a:ln/>
        </p:spPr>
        <p:txBody>
          <a:bodyPr/>
          <a:lstStyle/>
          <a:p>
            <a:fld id="{9041CA58-3CDB-2649-A469-DB8E9B993EB9}" type="slidenum">
              <a:rPr lang="en-US" altLang="en-US"/>
              <a:pPr/>
              <a:t>4</a:t>
            </a:fld>
            <a:endParaRPr lang="en-US" altLang="en-US"/>
          </a:p>
        </p:txBody>
      </p:sp>
      <p:sp>
        <p:nvSpPr>
          <p:cNvPr id="25602" name="Rectangle 2">
            <a:extLst>
              <a:ext uri="{FF2B5EF4-FFF2-40B4-BE49-F238E27FC236}">
                <a16:creationId xmlns:a16="http://schemas.microsoft.com/office/drawing/2014/main" id="{3A126DD5-FA90-2E21-9124-7D1B10F90965}"/>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420B5659-720B-E24C-BDEA-12DD50AA288B}"/>
              </a:ext>
            </a:extLst>
          </p:cNvPr>
          <p:cNvSpPr>
            <a:spLocks noGrp="1" noChangeArrowheads="1"/>
          </p:cNvSpPr>
          <p:nvPr>
            <p:ph type="body" idx="1"/>
          </p:nvPr>
        </p:nvSpPr>
        <p:spPr/>
        <p:txBody>
          <a:bodyPr/>
          <a:lstStyle/>
          <a:p>
            <a:pPr marL="228600" indent="-228600">
              <a:buFontTx/>
              <a:buAutoNum type="arabicPeriod"/>
            </a:pPr>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1708EB4-10D6-28EB-BAD9-864009D09C91}"/>
              </a:ext>
            </a:extLst>
          </p:cNvPr>
          <p:cNvSpPr>
            <a:spLocks noGrp="1" noChangeArrowheads="1"/>
          </p:cNvSpPr>
          <p:nvPr>
            <p:ph type="sldNum" sz="quarter" idx="5"/>
          </p:nvPr>
        </p:nvSpPr>
        <p:spPr>
          <a:ln/>
        </p:spPr>
        <p:txBody>
          <a:bodyPr/>
          <a:lstStyle/>
          <a:p>
            <a:fld id="{2716F992-EA84-9D43-8963-01C19E650BC4}" type="slidenum">
              <a:rPr lang="en-US" altLang="en-US"/>
              <a:pPr/>
              <a:t>5</a:t>
            </a:fld>
            <a:endParaRPr lang="en-US" altLang="en-US"/>
          </a:p>
        </p:txBody>
      </p:sp>
      <p:sp>
        <p:nvSpPr>
          <p:cNvPr id="28674" name="Rectangle 2">
            <a:extLst>
              <a:ext uri="{FF2B5EF4-FFF2-40B4-BE49-F238E27FC236}">
                <a16:creationId xmlns:a16="http://schemas.microsoft.com/office/drawing/2014/main" id="{EC264BDD-1869-EBB5-DF7E-A5806AFE5611}"/>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701F6212-7994-BFB2-E1CC-D4FAF54A5AE8}"/>
              </a:ext>
            </a:extLst>
          </p:cNvPr>
          <p:cNvSpPr>
            <a:spLocks noGrp="1" noChangeArrowheads="1"/>
          </p:cNvSpPr>
          <p:nvPr>
            <p:ph type="body" idx="1"/>
          </p:nvPr>
        </p:nvSpPr>
        <p:spPr/>
        <p:txBody>
          <a:bodyPr/>
          <a:lstStyle/>
          <a:p>
            <a:pPr marL="228600" indent="-228600">
              <a:buFontTx/>
              <a:buAutoNum type="arabicPeriod"/>
            </a:pPr>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BA23FA2-7C29-FE2B-8AD3-1C7E547936C7}"/>
              </a:ext>
            </a:extLst>
          </p:cNvPr>
          <p:cNvSpPr>
            <a:spLocks noGrp="1" noChangeArrowheads="1"/>
          </p:cNvSpPr>
          <p:nvPr>
            <p:ph type="sldNum" sz="quarter" idx="5"/>
          </p:nvPr>
        </p:nvSpPr>
        <p:spPr>
          <a:ln/>
        </p:spPr>
        <p:txBody>
          <a:bodyPr/>
          <a:lstStyle/>
          <a:p>
            <a:fld id="{0C36A84D-C3B9-8349-BF26-097348276F8B}" type="slidenum">
              <a:rPr lang="en-US" altLang="en-US"/>
              <a:pPr/>
              <a:t>6</a:t>
            </a:fld>
            <a:endParaRPr lang="en-US" altLang="en-US"/>
          </a:p>
        </p:txBody>
      </p:sp>
      <p:sp>
        <p:nvSpPr>
          <p:cNvPr id="60418" name="Rectangle 2">
            <a:extLst>
              <a:ext uri="{FF2B5EF4-FFF2-40B4-BE49-F238E27FC236}">
                <a16:creationId xmlns:a16="http://schemas.microsoft.com/office/drawing/2014/main" id="{9E24E28E-C42D-A984-64FE-397408B2A3B6}"/>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5B351576-785A-2EFE-1D2F-AACBDFB38823}"/>
              </a:ext>
            </a:extLst>
          </p:cNvPr>
          <p:cNvSpPr>
            <a:spLocks noGrp="1" noChangeArrowheads="1"/>
          </p:cNvSpPr>
          <p:nvPr>
            <p:ph type="body" idx="1"/>
          </p:nvPr>
        </p:nvSpPr>
        <p:spPr/>
        <p:txBody>
          <a:bodyPr/>
          <a:lstStyle/>
          <a:p>
            <a:pPr marL="228600" indent="-228600">
              <a:buFontTx/>
              <a:buAutoNum type="arabicPeriod"/>
            </a:pPr>
            <a:endParaRPr lang="en-US" altLang="en-US" dirty="0"/>
          </a:p>
          <a:p>
            <a:pPr marL="228600" indent="-228600"/>
            <a:endParaRPr lang="en-US" altLang="en-US" dirty="0"/>
          </a:p>
          <a:p>
            <a:pPr marL="228600" indent="-228600"/>
            <a:endParaRPr lang="en-US" altLang="en-US" dirty="0"/>
          </a:p>
          <a:p>
            <a:pPr marL="228600" indent="-228600"/>
            <a:endParaRPr lang="en-US" altLang="en-US" dirty="0"/>
          </a:p>
          <a:p>
            <a:pPr marL="228600" indent="-228600"/>
            <a:endParaRPr lang="en-US" altLang="en-US" dirty="0"/>
          </a:p>
          <a:p>
            <a:pPr marL="228600" indent="-228600"/>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1F1D656-993B-8021-8BB6-99CE6EA6333B}"/>
              </a:ext>
            </a:extLst>
          </p:cNvPr>
          <p:cNvSpPr>
            <a:spLocks noGrp="1" noChangeArrowheads="1"/>
          </p:cNvSpPr>
          <p:nvPr>
            <p:ph type="sldNum" sz="quarter" idx="5"/>
          </p:nvPr>
        </p:nvSpPr>
        <p:spPr>
          <a:ln/>
        </p:spPr>
        <p:txBody>
          <a:bodyPr/>
          <a:lstStyle/>
          <a:p>
            <a:fld id="{4FAAE877-C36E-D342-960E-53B0D22CFF6A}" type="slidenum">
              <a:rPr lang="en-US" altLang="en-US"/>
              <a:pPr/>
              <a:t>7</a:t>
            </a:fld>
            <a:endParaRPr lang="en-US" altLang="en-US"/>
          </a:p>
        </p:txBody>
      </p:sp>
      <p:sp>
        <p:nvSpPr>
          <p:cNvPr id="26626" name="Rectangle 2">
            <a:extLst>
              <a:ext uri="{FF2B5EF4-FFF2-40B4-BE49-F238E27FC236}">
                <a16:creationId xmlns:a16="http://schemas.microsoft.com/office/drawing/2014/main" id="{98066673-3E4F-A2A5-E5ED-A6C3BD222A0E}"/>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D2A5E9F1-A07F-94D1-6E83-FD1D54847838}"/>
              </a:ext>
            </a:extLst>
          </p:cNvPr>
          <p:cNvSpPr>
            <a:spLocks noGrp="1" noChangeArrowheads="1"/>
          </p:cNvSpPr>
          <p:nvPr>
            <p:ph type="body" idx="1"/>
          </p:nvPr>
        </p:nvSpPr>
        <p:spPr/>
        <p:txBody>
          <a:bodyPr/>
          <a:lstStyle/>
          <a:p>
            <a:pPr marL="228600" indent="-228600">
              <a:buFontTx/>
              <a:buAutoNum type="arabicPeriod"/>
            </a:pPr>
            <a:endParaRPr lang="en-US" altLang="en-US" sz="10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965032C-B926-D1A2-C50B-D880C9C9AD3C}"/>
              </a:ext>
            </a:extLst>
          </p:cNvPr>
          <p:cNvSpPr>
            <a:spLocks noGrp="1" noChangeArrowheads="1"/>
          </p:cNvSpPr>
          <p:nvPr>
            <p:ph type="sldNum" sz="quarter" idx="5"/>
          </p:nvPr>
        </p:nvSpPr>
        <p:spPr>
          <a:ln/>
        </p:spPr>
        <p:txBody>
          <a:bodyPr/>
          <a:lstStyle/>
          <a:p>
            <a:fld id="{92E6A464-ED11-AE4F-A5B4-2C4E1B36D7C6}" type="slidenum">
              <a:rPr lang="en-US" altLang="en-US"/>
              <a:pPr/>
              <a:t>8</a:t>
            </a:fld>
            <a:endParaRPr lang="en-US" altLang="en-US"/>
          </a:p>
        </p:txBody>
      </p:sp>
      <p:sp>
        <p:nvSpPr>
          <p:cNvPr id="27650" name="Rectangle 2">
            <a:extLst>
              <a:ext uri="{FF2B5EF4-FFF2-40B4-BE49-F238E27FC236}">
                <a16:creationId xmlns:a16="http://schemas.microsoft.com/office/drawing/2014/main" id="{53E84FEA-25E5-8A1B-A445-34CCAF3381CA}"/>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38ED9AC5-76FE-A081-CF21-1064B12F7D68}"/>
              </a:ext>
            </a:extLst>
          </p:cNvPr>
          <p:cNvSpPr>
            <a:spLocks noGrp="1" noChangeArrowheads="1"/>
          </p:cNvSpPr>
          <p:nvPr>
            <p:ph type="body" idx="1"/>
          </p:nvPr>
        </p:nvSpPr>
        <p:spPr/>
        <p:txBody>
          <a:bodyPr/>
          <a:lstStyle/>
          <a:p>
            <a:pPr marL="228600" indent="-228600">
              <a:buFontTx/>
              <a:buAutoNum type="arabicPeriod"/>
            </a:pPr>
            <a:endParaRPr lang="en-US"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F08AFA3-FF96-5ECF-9084-0CFD586B0398}"/>
              </a:ext>
            </a:extLst>
          </p:cNvPr>
          <p:cNvSpPr>
            <a:spLocks noGrp="1" noChangeArrowheads="1"/>
          </p:cNvSpPr>
          <p:nvPr>
            <p:ph type="sldNum" sz="quarter" idx="5"/>
          </p:nvPr>
        </p:nvSpPr>
        <p:spPr>
          <a:ln/>
        </p:spPr>
        <p:txBody>
          <a:bodyPr/>
          <a:lstStyle/>
          <a:p>
            <a:fld id="{DEA8A31B-702C-764A-9EED-5EAEA042CDA6}" type="slidenum">
              <a:rPr lang="en-US" altLang="en-US"/>
              <a:pPr/>
              <a:t>13</a:t>
            </a:fld>
            <a:endParaRPr lang="en-US" altLang="en-US"/>
          </a:p>
        </p:txBody>
      </p:sp>
      <p:sp>
        <p:nvSpPr>
          <p:cNvPr id="61442" name="Rectangle 2">
            <a:extLst>
              <a:ext uri="{FF2B5EF4-FFF2-40B4-BE49-F238E27FC236}">
                <a16:creationId xmlns:a16="http://schemas.microsoft.com/office/drawing/2014/main" id="{37A14C97-C222-988C-05CD-B8770BAE0B9E}"/>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447FFB7F-A359-1E65-F4E9-42D96DA1EDD3}"/>
              </a:ext>
            </a:extLst>
          </p:cNvPr>
          <p:cNvSpPr>
            <a:spLocks noGrp="1" noChangeArrowheads="1"/>
          </p:cNvSpPr>
          <p:nvPr>
            <p:ph type="body" idx="1"/>
          </p:nvPr>
        </p:nvSpPr>
        <p:spPr/>
        <p:txBody>
          <a:bodyPr/>
          <a:lstStyle/>
          <a:p>
            <a:pPr marL="228600" indent="-228600">
              <a:lnSpc>
                <a:spcPct val="90000"/>
              </a:lnSpc>
            </a:pPr>
            <a:endParaRPr lang="en-US" altLang="en-US" sz="10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06D56A0-B255-4B97-B5E1-E4036AD424FF}"/>
              </a:ext>
            </a:extLst>
          </p:cNvPr>
          <p:cNvSpPr>
            <a:spLocks noGrp="1" noChangeArrowheads="1"/>
          </p:cNvSpPr>
          <p:nvPr>
            <p:ph type="sldNum" sz="quarter" idx="5"/>
          </p:nvPr>
        </p:nvSpPr>
        <p:spPr>
          <a:ln/>
        </p:spPr>
        <p:txBody>
          <a:bodyPr/>
          <a:lstStyle/>
          <a:p>
            <a:fld id="{BFBA50F9-3DDD-9440-9B90-2BB65A6D8543}" type="slidenum">
              <a:rPr lang="en-US" altLang="en-US"/>
              <a:pPr/>
              <a:t>14</a:t>
            </a:fld>
            <a:endParaRPr lang="en-US" altLang="en-US"/>
          </a:p>
        </p:txBody>
      </p:sp>
      <p:sp>
        <p:nvSpPr>
          <p:cNvPr id="62466" name="Rectangle 2">
            <a:extLst>
              <a:ext uri="{FF2B5EF4-FFF2-40B4-BE49-F238E27FC236}">
                <a16:creationId xmlns:a16="http://schemas.microsoft.com/office/drawing/2014/main" id="{BDA524AA-1418-ED62-E23B-D6922C288E6B}"/>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A926874C-A6C7-EFD0-0A7A-5E1C718B3D19}"/>
              </a:ext>
            </a:extLst>
          </p:cNvPr>
          <p:cNvSpPr>
            <a:spLocks noGrp="1" noChangeArrowheads="1"/>
          </p:cNvSpPr>
          <p:nvPr>
            <p:ph type="body" idx="1"/>
          </p:nvPr>
        </p:nvSpPr>
        <p:spPr/>
        <p:txBody>
          <a:bodyPr/>
          <a:lstStyle/>
          <a:p>
            <a:pPr marL="228600" indent="-228600">
              <a:lnSpc>
                <a:spcPct val="90000"/>
              </a:lnSpc>
            </a:pPr>
            <a:endParaRPr lang="en-US" altLang="en-US" sz="9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ED737FA-CC01-4DB5-73F4-72E3DB4CE2A9}"/>
              </a:ext>
            </a:extLst>
          </p:cNvPr>
          <p:cNvSpPr>
            <a:spLocks noGrp="1" noChangeArrowheads="1"/>
          </p:cNvSpPr>
          <p:nvPr>
            <p:ph type="sldNum" sz="quarter" idx="5"/>
          </p:nvPr>
        </p:nvSpPr>
        <p:spPr>
          <a:ln/>
        </p:spPr>
        <p:txBody>
          <a:bodyPr/>
          <a:lstStyle/>
          <a:p>
            <a:fld id="{9C7AD975-6F3E-FF4C-A05E-4FE2BD8FF230}" type="slidenum">
              <a:rPr lang="en-US" altLang="en-US"/>
              <a:pPr/>
              <a:t>15</a:t>
            </a:fld>
            <a:endParaRPr lang="en-US" altLang="en-US"/>
          </a:p>
        </p:txBody>
      </p:sp>
      <p:sp>
        <p:nvSpPr>
          <p:cNvPr id="31746" name="Rectangle 2">
            <a:extLst>
              <a:ext uri="{FF2B5EF4-FFF2-40B4-BE49-F238E27FC236}">
                <a16:creationId xmlns:a16="http://schemas.microsoft.com/office/drawing/2014/main" id="{27FFD0F9-6B19-31AB-0FD8-CCC477E66380}"/>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D8A7B4C8-532C-2D2C-8291-BCC84182C2BF}"/>
              </a:ext>
            </a:extLst>
          </p:cNvPr>
          <p:cNvSpPr>
            <a:spLocks noGrp="1" noChangeArrowheads="1"/>
          </p:cNvSpPr>
          <p:nvPr>
            <p:ph type="body" idx="1"/>
          </p:nvPr>
        </p:nvSpPr>
        <p:spPr/>
        <p:txBody>
          <a:bodyPr/>
          <a:lstStyle/>
          <a:p>
            <a:pPr marL="228600" indent="-228600">
              <a:buFontTx/>
              <a:buAutoNum type="arabicPeriod" startAt="2"/>
            </a:pPr>
            <a:endParaRPr lang="en-US"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80BF211-A3E6-9C4D-69CB-46DBAFA11FC1}"/>
              </a:ext>
            </a:extLst>
          </p:cNvPr>
          <p:cNvSpPr>
            <a:spLocks noGrp="1" noChangeArrowheads="1"/>
          </p:cNvSpPr>
          <p:nvPr>
            <p:ph type="sldNum" sz="quarter" idx="5"/>
          </p:nvPr>
        </p:nvSpPr>
        <p:spPr>
          <a:ln/>
        </p:spPr>
        <p:txBody>
          <a:bodyPr/>
          <a:lstStyle/>
          <a:p>
            <a:fld id="{59880AC8-8173-0842-B39E-9771C04329EF}" type="slidenum">
              <a:rPr lang="en-US" altLang="en-US"/>
              <a:pPr/>
              <a:t>16</a:t>
            </a:fld>
            <a:endParaRPr lang="en-US" altLang="en-US"/>
          </a:p>
        </p:txBody>
      </p:sp>
      <p:sp>
        <p:nvSpPr>
          <p:cNvPr id="63490" name="Rectangle 2">
            <a:extLst>
              <a:ext uri="{FF2B5EF4-FFF2-40B4-BE49-F238E27FC236}">
                <a16:creationId xmlns:a16="http://schemas.microsoft.com/office/drawing/2014/main" id="{2788A476-D6AC-E5A7-53B9-0357447A4565}"/>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CB154D4B-F337-35EA-AAAC-5F92F6404DFB}"/>
              </a:ext>
            </a:extLst>
          </p:cNvPr>
          <p:cNvSpPr>
            <a:spLocks noGrp="1" noChangeArrowheads="1"/>
          </p:cNvSpPr>
          <p:nvPr>
            <p:ph type="body" idx="1"/>
          </p:nvPr>
        </p:nvSpPr>
        <p:spPr/>
        <p:txBody>
          <a:bodyPr/>
          <a:lstStyle/>
          <a:p>
            <a:pPr marL="228600" indent="-228600"/>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4BFF963-3B48-AD22-880F-DF8BB0C01892}"/>
              </a:ext>
            </a:extLst>
          </p:cNvPr>
          <p:cNvSpPr>
            <a:spLocks noGrp="1" noChangeArrowheads="1"/>
          </p:cNvSpPr>
          <p:nvPr>
            <p:ph type="sldNum" sz="quarter" idx="5"/>
          </p:nvPr>
        </p:nvSpPr>
        <p:spPr>
          <a:ln/>
        </p:spPr>
        <p:txBody>
          <a:bodyPr/>
          <a:lstStyle/>
          <a:p>
            <a:fld id="{6DD25CFE-16D5-4A47-B76D-18D4FA1019E4}" type="slidenum">
              <a:rPr lang="en-US" altLang="en-US"/>
              <a:pPr/>
              <a:t>17</a:t>
            </a:fld>
            <a:endParaRPr lang="en-US" altLang="en-US"/>
          </a:p>
        </p:txBody>
      </p:sp>
      <p:sp>
        <p:nvSpPr>
          <p:cNvPr id="36866" name="Rectangle 2">
            <a:extLst>
              <a:ext uri="{FF2B5EF4-FFF2-40B4-BE49-F238E27FC236}">
                <a16:creationId xmlns:a16="http://schemas.microsoft.com/office/drawing/2014/main" id="{EC4860A2-0969-723B-EF92-079F095F8446}"/>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0BFB7A7C-201D-A544-F5EA-EC80316F16FD}"/>
              </a:ext>
            </a:extLst>
          </p:cNvPr>
          <p:cNvSpPr>
            <a:spLocks noGrp="1" noChangeArrowheads="1"/>
          </p:cNvSpPr>
          <p:nvPr>
            <p:ph type="body" idx="1"/>
          </p:nvPr>
        </p:nvSpPr>
        <p:spPr/>
        <p:txBody>
          <a:bodyPr/>
          <a:lstStyle/>
          <a:p>
            <a:pPr marL="228600" indent="-228600">
              <a:buFontTx/>
              <a:buAutoNum type="arabicPeriod"/>
            </a:pPr>
            <a:endParaRPr lang="en-US"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07C7E9C-D6DC-ADE8-076A-A3853428883E}"/>
              </a:ext>
            </a:extLst>
          </p:cNvPr>
          <p:cNvSpPr>
            <a:spLocks noGrp="1" noChangeArrowheads="1"/>
          </p:cNvSpPr>
          <p:nvPr>
            <p:ph type="sldNum" sz="quarter" idx="5"/>
          </p:nvPr>
        </p:nvSpPr>
        <p:spPr>
          <a:ln/>
        </p:spPr>
        <p:txBody>
          <a:bodyPr/>
          <a:lstStyle/>
          <a:p>
            <a:fld id="{7928EAEB-C882-2044-9A51-A75F975CC77E}" type="slidenum">
              <a:rPr lang="en-US" altLang="en-US"/>
              <a:pPr/>
              <a:t>18</a:t>
            </a:fld>
            <a:endParaRPr lang="en-US" altLang="en-US"/>
          </a:p>
        </p:txBody>
      </p:sp>
      <p:sp>
        <p:nvSpPr>
          <p:cNvPr id="64514" name="Rectangle 2">
            <a:extLst>
              <a:ext uri="{FF2B5EF4-FFF2-40B4-BE49-F238E27FC236}">
                <a16:creationId xmlns:a16="http://schemas.microsoft.com/office/drawing/2014/main" id="{92709567-6757-7F57-29BC-F7F077DEBCBD}"/>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1F11C574-ADEE-B0BA-A2BB-1712F4A6573F}"/>
              </a:ext>
            </a:extLst>
          </p:cNvPr>
          <p:cNvSpPr>
            <a:spLocks noGrp="1" noChangeArrowheads="1"/>
          </p:cNvSpPr>
          <p:nvPr>
            <p:ph type="body" idx="1"/>
          </p:nvPr>
        </p:nvSpPr>
        <p:spPr/>
        <p:txBody>
          <a:bodyPr/>
          <a:lstStyle/>
          <a:p>
            <a:pPr marL="228600" indent="-228600"/>
            <a:endParaRPr lang="en-US"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5686BD5-A831-F9C0-B152-FB48D9E05BC6}"/>
              </a:ext>
            </a:extLst>
          </p:cNvPr>
          <p:cNvSpPr>
            <a:spLocks noGrp="1" noChangeArrowheads="1"/>
          </p:cNvSpPr>
          <p:nvPr>
            <p:ph type="sldNum" sz="quarter" idx="5"/>
          </p:nvPr>
        </p:nvSpPr>
        <p:spPr>
          <a:ln/>
        </p:spPr>
        <p:txBody>
          <a:bodyPr/>
          <a:lstStyle/>
          <a:p>
            <a:fld id="{39F04445-93AB-FD47-940B-E150682864A5}" type="slidenum">
              <a:rPr lang="en-US" altLang="en-US"/>
              <a:pPr/>
              <a:t>19</a:t>
            </a:fld>
            <a:endParaRPr lang="en-US" altLang="en-US"/>
          </a:p>
        </p:txBody>
      </p:sp>
      <p:sp>
        <p:nvSpPr>
          <p:cNvPr id="65538" name="Rectangle 2">
            <a:extLst>
              <a:ext uri="{FF2B5EF4-FFF2-40B4-BE49-F238E27FC236}">
                <a16:creationId xmlns:a16="http://schemas.microsoft.com/office/drawing/2014/main" id="{63C0CE9F-FA15-430E-2DE0-94E90CF6FE15}"/>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7514808C-2BFF-9448-8626-27F09E337A49}"/>
              </a:ext>
            </a:extLst>
          </p:cNvPr>
          <p:cNvSpPr>
            <a:spLocks noGrp="1" noChangeArrowheads="1"/>
          </p:cNvSpPr>
          <p:nvPr>
            <p:ph type="body" idx="1"/>
          </p:nvPr>
        </p:nvSpPr>
        <p:spPr/>
        <p:txBody>
          <a:bodyPr/>
          <a:lstStyle/>
          <a:p>
            <a:r>
              <a:rPr lang="en-US" altLang="en-US" dirty="0"/>
              <a:t>1.  </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7AD6299-6337-B3BD-BB9F-23343FEE578F}"/>
              </a:ext>
            </a:extLst>
          </p:cNvPr>
          <p:cNvSpPr>
            <a:spLocks noGrp="1" noChangeArrowheads="1"/>
          </p:cNvSpPr>
          <p:nvPr>
            <p:ph type="sldNum" sz="quarter" idx="5"/>
          </p:nvPr>
        </p:nvSpPr>
        <p:spPr>
          <a:ln/>
        </p:spPr>
        <p:txBody>
          <a:bodyPr/>
          <a:lstStyle/>
          <a:p>
            <a:fld id="{9E909C7E-A32B-4648-912C-1654529E0678}" type="slidenum">
              <a:rPr lang="en-US" altLang="en-US"/>
              <a:pPr/>
              <a:t>21</a:t>
            </a:fld>
            <a:endParaRPr lang="en-US" altLang="en-US"/>
          </a:p>
        </p:txBody>
      </p:sp>
      <p:sp>
        <p:nvSpPr>
          <p:cNvPr id="66562" name="Rectangle 2">
            <a:extLst>
              <a:ext uri="{FF2B5EF4-FFF2-40B4-BE49-F238E27FC236}">
                <a16:creationId xmlns:a16="http://schemas.microsoft.com/office/drawing/2014/main" id="{570B2F22-375B-EEDA-F0FE-F850B6AC6690}"/>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82C8378D-43BC-B918-442B-E317C28BA360}"/>
              </a:ext>
            </a:extLst>
          </p:cNvPr>
          <p:cNvSpPr>
            <a:spLocks noGrp="1" noChangeArrowheads="1"/>
          </p:cNvSpPr>
          <p:nvPr>
            <p:ph type="body" idx="1"/>
          </p:nvPr>
        </p:nvSpPr>
        <p:spPr/>
        <p:txBody>
          <a:bodyPr/>
          <a:lstStyle/>
          <a:p>
            <a:endParaRPr lang="en-US"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B74A212-A603-528F-6543-9EE47CACCDF2}"/>
              </a:ext>
            </a:extLst>
          </p:cNvPr>
          <p:cNvSpPr>
            <a:spLocks noGrp="1" noChangeArrowheads="1"/>
          </p:cNvSpPr>
          <p:nvPr>
            <p:ph type="sldNum" sz="quarter" idx="5"/>
          </p:nvPr>
        </p:nvSpPr>
        <p:spPr>
          <a:ln/>
        </p:spPr>
        <p:txBody>
          <a:bodyPr/>
          <a:lstStyle/>
          <a:p>
            <a:fld id="{243204BB-2241-F040-B142-2DA04EF494A2}" type="slidenum">
              <a:rPr lang="en-US" altLang="en-US"/>
              <a:pPr/>
              <a:t>22</a:t>
            </a:fld>
            <a:endParaRPr lang="en-US" altLang="en-US"/>
          </a:p>
        </p:txBody>
      </p:sp>
      <p:sp>
        <p:nvSpPr>
          <p:cNvPr id="67586" name="Rectangle 2">
            <a:extLst>
              <a:ext uri="{FF2B5EF4-FFF2-40B4-BE49-F238E27FC236}">
                <a16:creationId xmlns:a16="http://schemas.microsoft.com/office/drawing/2014/main" id="{637F78AF-A15D-9A2F-72BA-44518B30523F}"/>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C13906DC-52F5-6729-AB72-D56BCED746EB}"/>
              </a:ext>
            </a:extLst>
          </p:cNvPr>
          <p:cNvSpPr>
            <a:spLocks noGrp="1" noChangeArrowheads="1"/>
          </p:cNvSpPr>
          <p:nvPr>
            <p:ph type="body" idx="1"/>
          </p:nvPr>
        </p:nvSpPr>
        <p:spPr/>
        <p:txBody>
          <a:bodyPr/>
          <a:lstStyle/>
          <a:p>
            <a:pPr marL="228600" indent="-228600">
              <a:buFontTx/>
              <a:buAutoNum type="arabicPeriod"/>
            </a:pPr>
            <a:endParaRPr lang="en-US"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92DAF95-8287-0EBB-3B5F-981394DA4592}"/>
              </a:ext>
            </a:extLst>
          </p:cNvPr>
          <p:cNvSpPr>
            <a:spLocks noGrp="1" noChangeArrowheads="1"/>
          </p:cNvSpPr>
          <p:nvPr>
            <p:ph type="sldNum" sz="quarter" idx="5"/>
          </p:nvPr>
        </p:nvSpPr>
        <p:spPr>
          <a:ln/>
        </p:spPr>
        <p:txBody>
          <a:bodyPr/>
          <a:lstStyle/>
          <a:p>
            <a:fld id="{D983837A-496E-C248-BC32-05BE8D5CC0B6}" type="slidenum">
              <a:rPr lang="en-US" altLang="en-US"/>
              <a:pPr/>
              <a:t>23</a:t>
            </a:fld>
            <a:endParaRPr lang="en-US" altLang="en-US"/>
          </a:p>
        </p:txBody>
      </p:sp>
      <p:sp>
        <p:nvSpPr>
          <p:cNvPr id="68610" name="Rectangle 2">
            <a:extLst>
              <a:ext uri="{FF2B5EF4-FFF2-40B4-BE49-F238E27FC236}">
                <a16:creationId xmlns:a16="http://schemas.microsoft.com/office/drawing/2014/main" id="{66F9831C-75C4-C0DE-984B-32231B9E2B93}"/>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74791AAD-6369-13B9-D7C8-42490F3951B8}"/>
              </a:ext>
            </a:extLst>
          </p:cNvPr>
          <p:cNvSpPr>
            <a:spLocks noGrp="1" noChangeArrowheads="1"/>
          </p:cNvSpPr>
          <p:nvPr>
            <p:ph type="body" idx="1"/>
          </p:nvPr>
        </p:nvSpPr>
        <p:spPr/>
        <p:txBody>
          <a:bodyPr/>
          <a:lstStyle/>
          <a:p>
            <a:pPr marL="228600" indent="-228600">
              <a:buFontTx/>
              <a:buAutoNum type="arabicPeriod"/>
            </a:pPr>
            <a:endParaRPr lang="en-US"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0D490EE-183F-0FCA-F837-2DE28DB2CD0B}"/>
              </a:ext>
            </a:extLst>
          </p:cNvPr>
          <p:cNvSpPr>
            <a:spLocks noGrp="1" noChangeArrowheads="1"/>
          </p:cNvSpPr>
          <p:nvPr>
            <p:ph type="sldNum" sz="quarter" idx="5"/>
          </p:nvPr>
        </p:nvSpPr>
        <p:spPr>
          <a:ln/>
        </p:spPr>
        <p:txBody>
          <a:bodyPr/>
          <a:lstStyle/>
          <a:p>
            <a:fld id="{691D1CCE-EF63-624A-80B0-A38BE8E215FB}" type="slidenum">
              <a:rPr lang="en-US" altLang="en-US"/>
              <a:pPr/>
              <a:t>24</a:t>
            </a:fld>
            <a:endParaRPr lang="en-US" altLang="en-US"/>
          </a:p>
        </p:txBody>
      </p:sp>
      <p:sp>
        <p:nvSpPr>
          <p:cNvPr id="70658" name="Rectangle 2">
            <a:extLst>
              <a:ext uri="{FF2B5EF4-FFF2-40B4-BE49-F238E27FC236}">
                <a16:creationId xmlns:a16="http://schemas.microsoft.com/office/drawing/2014/main" id="{5FFE46A5-26F5-8D21-27D6-4E0C4763B946}"/>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AEC2FA0E-0A1C-7868-DBF4-61BE1C5AB9A8}"/>
              </a:ext>
            </a:extLst>
          </p:cNvPr>
          <p:cNvSpPr>
            <a:spLocks noGrp="1" noChangeArrowheads="1"/>
          </p:cNvSpPr>
          <p:nvPr>
            <p:ph type="body" idx="1"/>
          </p:nvPr>
        </p:nvSpPr>
        <p:spPr/>
        <p:txBody>
          <a:bodyPr/>
          <a:lstStyle/>
          <a:p>
            <a:pPr marL="228600" indent="-228600">
              <a:lnSpc>
                <a:spcPct val="80000"/>
              </a:lnSpc>
              <a:buFontTx/>
              <a:buAutoNum type="arabicPeriod"/>
            </a:pPr>
            <a:endParaRPr lang="en-US" altLang="en-US" sz="8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DD31C0-141A-104E-9F2F-568024F53124}" type="slidenum">
              <a:rPr lang="en-US" altLang="en-US" smtClean="0"/>
              <a:pPr/>
              <a:t>27</a:t>
            </a:fld>
            <a:endParaRPr lang="en-US" altLang="en-US"/>
          </a:p>
        </p:txBody>
      </p:sp>
    </p:spTree>
    <p:extLst>
      <p:ext uri="{BB962C8B-B14F-4D97-AF65-F5344CB8AC3E}">
        <p14:creationId xmlns:p14="http://schemas.microsoft.com/office/powerpoint/2010/main" val="748025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467A8-1233-5933-ECD9-C14CE389762F}"/>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AE40AB-FC32-6D93-65E0-95ABE83A0A73}"/>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F6C206A-2C27-6A63-7ED0-8A9B312E9DFE}"/>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57A5EE78-282C-5DF2-A695-0A696C6E4C24}"/>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D91C69C-5745-2E7B-6581-EEF0891C2A05}"/>
              </a:ext>
            </a:extLst>
          </p:cNvPr>
          <p:cNvSpPr>
            <a:spLocks noGrp="1"/>
          </p:cNvSpPr>
          <p:nvPr>
            <p:ph type="sldNum" sz="quarter" idx="12"/>
          </p:nvPr>
        </p:nvSpPr>
        <p:spPr/>
        <p:txBody>
          <a:bodyPr/>
          <a:lstStyle>
            <a:lvl1pPr>
              <a:defRPr/>
            </a:lvl1pPr>
          </a:lstStyle>
          <a:p>
            <a:fld id="{DC6ABC01-BD14-4143-9906-B4BFF321CF5B}" type="slidenum">
              <a:rPr lang="en-US" altLang="en-US"/>
              <a:pPr/>
              <a:t>‹#›</a:t>
            </a:fld>
            <a:endParaRPr lang="en-US" altLang="en-US"/>
          </a:p>
        </p:txBody>
      </p:sp>
    </p:spTree>
    <p:extLst>
      <p:ext uri="{BB962C8B-B14F-4D97-AF65-F5344CB8AC3E}">
        <p14:creationId xmlns:p14="http://schemas.microsoft.com/office/powerpoint/2010/main" val="17011246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051B5-03E2-4039-89EB-925A057770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93F134-0F23-F5A1-D510-04E063B3E2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84CAA9-EC51-9043-6DB4-CD37DF6D8C0F}"/>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5794D750-7B0C-178D-E8EF-AC026351D6E5}"/>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5E6E41B8-8C2A-4A00-86D9-8D6FE83803A2}"/>
              </a:ext>
            </a:extLst>
          </p:cNvPr>
          <p:cNvSpPr>
            <a:spLocks noGrp="1"/>
          </p:cNvSpPr>
          <p:nvPr>
            <p:ph type="sldNum" sz="quarter" idx="12"/>
          </p:nvPr>
        </p:nvSpPr>
        <p:spPr/>
        <p:txBody>
          <a:bodyPr/>
          <a:lstStyle>
            <a:lvl1pPr>
              <a:defRPr/>
            </a:lvl1pPr>
          </a:lstStyle>
          <a:p>
            <a:fld id="{C4B794A0-B668-3F4F-B9FE-216E235325EF}" type="slidenum">
              <a:rPr lang="en-US" altLang="en-US"/>
              <a:pPr/>
              <a:t>‹#›</a:t>
            </a:fld>
            <a:endParaRPr lang="en-US" altLang="en-US"/>
          </a:p>
        </p:txBody>
      </p:sp>
    </p:spTree>
    <p:extLst>
      <p:ext uri="{BB962C8B-B14F-4D97-AF65-F5344CB8AC3E}">
        <p14:creationId xmlns:p14="http://schemas.microsoft.com/office/powerpoint/2010/main" val="1732542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18D15-753E-38F0-B599-BBA6428FD90F}"/>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8A45353-02CA-2BD9-DFA9-4D307DA14A31}"/>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8CAF8EE8-5853-A85E-31A9-45354499785A}"/>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E2B8A4A5-D25C-3A47-C798-BF55A30317D3}"/>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8C355D81-C338-2498-A0BD-3ADB478FE929}"/>
              </a:ext>
            </a:extLst>
          </p:cNvPr>
          <p:cNvSpPr>
            <a:spLocks noGrp="1"/>
          </p:cNvSpPr>
          <p:nvPr>
            <p:ph type="sldNum" sz="quarter" idx="12"/>
          </p:nvPr>
        </p:nvSpPr>
        <p:spPr/>
        <p:txBody>
          <a:bodyPr/>
          <a:lstStyle>
            <a:lvl1pPr>
              <a:defRPr/>
            </a:lvl1pPr>
          </a:lstStyle>
          <a:p>
            <a:fld id="{FD393170-ED49-FC4F-8ACC-887DD4B012D4}" type="slidenum">
              <a:rPr lang="en-US" altLang="en-US"/>
              <a:pPr/>
              <a:t>‹#›</a:t>
            </a:fld>
            <a:endParaRPr lang="en-US" altLang="en-US"/>
          </a:p>
        </p:txBody>
      </p:sp>
    </p:spTree>
    <p:extLst>
      <p:ext uri="{BB962C8B-B14F-4D97-AF65-F5344CB8AC3E}">
        <p14:creationId xmlns:p14="http://schemas.microsoft.com/office/powerpoint/2010/main" val="4199650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DE438-C8A3-687A-1881-B955AFBB05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EF04DF-A9A6-DA31-9543-49494A08182C}"/>
              </a:ext>
            </a:extLst>
          </p:cNvPr>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44B17E5-2CD3-0F39-E938-26065AC7BFA5}"/>
              </a:ext>
            </a:extLst>
          </p:cNvPr>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3B7E89-B948-1B59-CEAB-5D24F3C2109A}"/>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AD6F2FD6-46D1-F2A9-0D4D-257659158E8D}"/>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8840C1EC-47CF-E003-DF4E-59A272CEFCFD}"/>
              </a:ext>
            </a:extLst>
          </p:cNvPr>
          <p:cNvSpPr>
            <a:spLocks noGrp="1"/>
          </p:cNvSpPr>
          <p:nvPr>
            <p:ph type="sldNum" sz="quarter" idx="12"/>
          </p:nvPr>
        </p:nvSpPr>
        <p:spPr/>
        <p:txBody>
          <a:bodyPr/>
          <a:lstStyle>
            <a:lvl1pPr>
              <a:defRPr/>
            </a:lvl1pPr>
          </a:lstStyle>
          <a:p>
            <a:fld id="{4FC89F9A-6655-5240-9830-43627F9CD061}" type="slidenum">
              <a:rPr lang="en-US" altLang="en-US"/>
              <a:pPr/>
              <a:t>‹#›</a:t>
            </a:fld>
            <a:endParaRPr lang="en-US" altLang="en-US"/>
          </a:p>
        </p:txBody>
      </p:sp>
    </p:spTree>
    <p:extLst>
      <p:ext uri="{BB962C8B-B14F-4D97-AF65-F5344CB8AC3E}">
        <p14:creationId xmlns:p14="http://schemas.microsoft.com/office/powerpoint/2010/main" val="7287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853B7-37EB-00DA-7A3A-03DD0003C99F}"/>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3906E6-4B13-23C3-9D05-35F139D6C1A4}"/>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4FDF78-2D15-6F17-00A3-38B1B5D16BB7}"/>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B3C1EB9-EE10-FCBC-A395-72629CD5CC74}"/>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030764-0D6F-BD47-0C7F-DB5A703BFC3F}"/>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8E4D13-EFF0-53F0-7435-A11A3C858285}"/>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21BB66D6-B22F-024B-DCEF-7D82C597283F}"/>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225C1157-5723-F719-4F97-B3F9672623B9}"/>
              </a:ext>
            </a:extLst>
          </p:cNvPr>
          <p:cNvSpPr>
            <a:spLocks noGrp="1"/>
          </p:cNvSpPr>
          <p:nvPr>
            <p:ph type="sldNum" sz="quarter" idx="12"/>
          </p:nvPr>
        </p:nvSpPr>
        <p:spPr/>
        <p:txBody>
          <a:bodyPr/>
          <a:lstStyle>
            <a:lvl1pPr>
              <a:defRPr/>
            </a:lvl1pPr>
          </a:lstStyle>
          <a:p>
            <a:fld id="{FE72AFC0-C959-F14C-BD25-AD716AEC2ED6}" type="slidenum">
              <a:rPr lang="en-US" altLang="en-US"/>
              <a:pPr/>
              <a:t>‹#›</a:t>
            </a:fld>
            <a:endParaRPr lang="en-US" altLang="en-US"/>
          </a:p>
        </p:txBody>
      </p:sp>
    </p:spTree>
    <p:extLst>
      <p:ext uri="{BB962C8B-B14F-4D97-AF65-F5344CB8AC3E}">
        <p14:creationId xmlns:p14="http://schemas.microsoft.com/office/powerpoint/2010/main" val="424574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E304E-3BC8-30B9-4104-D12411B437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6BBC8E8-A714-700F-092B-6418B9BBE270}"/>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EC650EDB-A55F-17A7-A48F-A26F9E08C587}"/>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A271BD4B-8081-93BC-45FA-FF69442191E9}"/>
              </a:ext>
            </a:extLst>
          </p:cNvPr>
          <p:cNvSpPr>
            <a:spLocks noGrp="1"/>
          </p:cNvSpPr>
          <p:nvPr>
            <p:ph type="sldNum" sz="quarter" idx="12"/>
          </p:nvPr>
        </p:nvSpPr>
        <p:spPr/>
        <p:txBody>
          <a:bodyPr/>
          <a:lstStyle>
            <a:lvl1pPr>
              <a:defRPr/>
            </a:lvl1pPr>
          </a:lstStyle>
          <a:p>
            <a:fld id="{F3B9FF6E-5BDD-6240-8612-CCD1A4A4A6B7}" type="slidenum">
              <a:rPr lang="en-US" altLang="en-US"/>
              <a:pPr/>
              <a:t>‹#›</a:t>
            </a:fld>
            <a:endParaRPr lang="en-US" altLang="en-US"/>
          </a:p>
        </p:txBody>
      </p:sp>
    </p:spTree>
    <p:extLst>
      <p:ext uri="{BB962C8B-B14F-4D97-AF65-F5344CB8AC3E}">
        <p14:creationId xmlns:p14="http://schemas.microsoft.com/office/powerpoint/2010/main" val="4141940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789685-B6ED-99B9-F1FA-DDE057722FC4}"/>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CAD9A208-709B-96A7-90D0-423D5704962E}"/>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39DB933B-7F23-A900-EB7C-FC80B100C19D}"/>
              </a:ext>
            </a:extLst>
          </p:cNvPr>
          <p:cNvSpPr>
            <a:spLocks noGrp="1"/>
          </p:cNvSpPr>
          <p:nvPr>
            <p:ph type="sldNum" sz="quarter" idx="12"/>
          </p:nvPr>
        </p:nvSpPr>
        <p:spPr/>
        <p:txBody>
          <a:bodyPr/>
          <a:lstStyle>
            <a:lvl1pPr>
              <a:defRPr/>
            </a:lvl1pPr>
          </a:lstStyle>
          <a:p>
            <a:fld id="{0C6E9065-9B59-CC4F-B5D6-2A905A86E754}" type="slidenum">
              <a:rPr lang="en-US" altLang="en-US"/>
              <a:pPr/>
              <a:t>‹#›</a:t>
            </a:fld>
            <a:endParaRPr lang="en-US" altLang="en-US"/>
          </a:p>
        </p:txBody>
      </p:sp>
    </p:spTree>
    <p:extLst>
      <p:ext uri="{BB962C8B-B14F-4D97-AF65-F5344CB8AC3E}">
        <p14:creationId xmlns:p14="http://schemas.microsoft.com/office/powerpoint/2010/main" val="754024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FEA53-575C-2C93-9B95-D4AD81F6CCB8}"/>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58D7F39-6140-F00A-43A7-2751AE773806}"/>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585D29-86B7-871E-26C0-D2037E9396AF}"/>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02174C-C6D1-889D-132E-46E64E43E95F}"/>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54B9C3A6-6AF8-F95A-9DBD-6EFA72911C53}"/>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4223A4B6-1AD1-782A-9634-F34629A4053C}"/>
              </a:ext>
            </a:extLst>
          </p:cNvPr>
          <p:cNvSpPr>
            <a:spLocks noGrp="1"/>
          </p:cNvSpPr>
          <p:nvPr>
            <p:ph type="sldNum" sz="quarter" idx="12"/>
          </p:nvPr>
        </p:nvSpPr>
        <p:spPr/>
        <p:txBody>
          <a:bodyPr/>
          <a:lstStyle>
            <a:lvl1pPr>
              <a:defRPr/>
            </a:lvl1pPr>
          </a:lstStyle>
          <a:p>
            <a:fld id="{E581FB22-99D6-9D41-BE2B-45F9B812F43F}" type="slidenum">
              <a:rPr lang="en-US" altLang="en-US"/>
              <a:pPr/>
              <a:t>‹#›</a:t>
            </a:fld>
            <a:endParaRPr lang="en-US" altLang="en-US"/>
          </a:p>
        </p:txBody>
      </p:sp>
    </p:spTree>
    <p:extLst>
      <p:ext uri="{BB962C8B-B14F-4D97-AF65-F5344CB8AC3E}">
        <p14:creationId xmlns:p14="http://schemas.microsoft.com/office/powerpoint/2010/main" val="1048263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E60FE-1D52-7379-B695-9EA3BE9A6A63}"/>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094EDDE-DF1B-A579-D51B-8EBC516B45C5}"/>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41E005-124D-026A-A233-70B9D24E05EC}"/>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EEDC54-53FE-0C3D-76A5-AC1B47F960E0}"/>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B8FC10F4-1C68-A8B8-69FB-60CDF2745694}"/>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1776D221-8B17-4335-C0A1-E7F55B13BA7E}"/>
              </a:ext>
            </a:extLst>
          </p:cNvPr>
          <p:cNvSpPr>
            <a:spLocks noGrp="1"/>
          </p:cNvSpPr>
          <p:nvPr>
            <p:ph type="sldNum" sz="quarter" idx="12"/>
          </p:nvPr>
        </p:nvSpPr>
        <p:spPr/>
        <p:txBody>
          <a:bodyPr/>
          <a:lstStyle>
            <a:lvl1pPr>
              <a:defRPr/>
            </a:lvl1pPr>
          </a:lstStyle>
          <a:p>
            <a:fld id="{EAD049D9-FED7-964B-951F-72985DE0D234}" type="slidenum">
              <a:rPr lang="en-US" altLang="en-US"/>
              <a:pPr/>
              <a:t>‹#›</a:t>
            </a:fld>
            <a:endParaRPr lang="en-US" altLang="en-US"/>
          </a:p>
        </p:txBody>
      </p:sp>
    </p:spTree>
    <p:extLst>
      <p:ext uri="{BB962C8B-B14F-4D97-AF65-F5344CB8AC3E}">
        <p14:creationId xmlns:p14="http://schemas.microsoft.com/office/powerpoint/2010/main" val="1644294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D4B11-20FE-5792-4DC6-8A2F9975897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06EBFD7-10A4-ADBB-865B-1DEEF1BC89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367C3C-CDE5-BED5-6D5A-1901C186003E}"/>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9D98EC2E-8BAA-91B7-1D2B-24EE2589CC9C}"/>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2AEE148F-125B-3BC5-A079-D2264AE20171}"/>
              </a:ext>
            </a:extLst>
          </p:cNvPr>
          <p:cNvSpPr>
            <a:spLocks noGrp="1"/>
          </p:cNvSpPr>
          <p:nvPr>
            <p:ph type="sldNum" sz="quarter" idx="12"/>
          </p:nvPr>
        </p:nvSpPr>
        <p:spPr/>
        <p:txBody>
          <a:bodyPr/>
          <a:lstStyle>
            <a:lvl1pPr>
              <a:defRPr/>
            </a:lvl1pPr>
          </a:lstStyle>
          <a:p>
            <a:fld id="{3C74BA31-523F-D241-90BC-C8D00D9CC306}" type="slidenum">
              <a:rPr lang="en-US" altLang="en-US"/>
              <a:pPr/>
              <a:t>‹#›</a:t>
            </a:fld>
            <a:endParaRPr lang="en-US" altLang="en-US"/>
          </a:p>
        </p:txBody>
      </p:sp>
    </p:spTree>
    <p:extLst>
      <p:ext uri="{BB962C8B-B14F-4D97-AF65-F5344CB8AC3E}">
        <p14:creationId xmlns:p14="http://schemas.microsoft.com/office/powerpoint/2010/main" val="2154050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567963-61E1-4550-1602-696B715B5A2E}"/>
              </a:ext>
            </a:extLst>
          </p:cNvPr>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6E5CAC9-491E-4584-689B-5E5C87207A4E}"/>
              </a:ext>
            </a:extLst>
          </p:cNvPr>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73421D-FDDF-4672-3F5D-EDCB6E0CC084}"/>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23487AB3-FB6F-73CD-4BD0-1F51415A11F5}"/>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4FEDAB41-76F1-60D6-C784-3B7F50B81DFD}"/>
              </a:ext>
            </a:extLst>
          </p:cNvPr>
          <p:cNvSpPr>
            <a:spLocks noGrp="1"/>
          </p:cNvSpPr>
          <p:nvPr>
            <p:ph type="sldNum" sz="quarter" idx="12"/>
          </p:nvPr>
        </p:nvSpPr>
        <p:spPr/>
        <p:txBody>
          <a:bodyPr/>
          <a:lstStyle>
            <a:lvl1pPr>
              <a:defRPr/>
            </a:lvl1pPr>
          </a:lstStyle>
          <a:p>
            <a:fld id="{56B688C5-A264-524A-9B60-D2D7980E0163}" type="slidenum">
              <a:rPr lang="en-US" altLang="en-US"/>
              <a:pPr/>
              <a:t>‹#›</a:t>
            </a:fld>
            <a:endParaRPr lang="en-US" altLang="en-US"/>
          </a:p>
        </p:txBody>
      </p:sp>
    </p:spTree>
    <p:extLst>
      <p:ext uri="{BB962C8B-B14F-4D97-AF65-F5344CB8AC3E}">
        <p14:creationId xmlns:p14="http://schemas.microsoft.com/office/powerpoint/2010/main" val="23970484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6F741-468C-BDDC-BCFA-1BB43C2086D1}"/>
              </a:ext>
            </a:extLst>
          </p:cNvPr>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F670C1-CCE1-B998-9E9E-4110C6D671AC}"/>
              </a:ext>
            </a:extLst>
          </p:cNvPr>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6835CA9-AA07-04D5-1673-174B91FCD83A}"/>
              </a:ext>
            </a:extLst>
          </p:cNvPr>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C693AC8C-04EB-A2E3-3631-86348F0BCB06}"/>
              </a:ext>
            </a:extLst>
          </p:cNvPr>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85EF0976-BB10-E9BB-9F77-1BA5DAFF0232}"/>
              </a:ext>
            </a:extLst>
          </p:cNvPr>
          <p:cNvSpPr>
            <a:spLocks noGrp="1"/>
          </p:cNvSpPr>
          <p:nvPr>
            <p:ph type="dt" sz="half" idx="10"/>
          </p:nvPr>
        </p:nvSpPr>
        <p:spPr>
          <a:xfrm>
            <a:off x="457200" y="6245225"/>
            <a:ext cx="2133600" cy="476250"/>
          </a:xfrm>
        </p:spPr>
        <p:txBody>
          <a:bodyPr/>
          <a:lstStyle>
            <a:lvl1pPr>
              <a:defRPr/>
            </a:lvl1pPr>
          </a:lstStyle>
          <a:p>
            <a:endParaRPr lang="en-US" altLang="en-US"/>
          </a:p>
        </p:txBody>
      </p:sp>
      <p:sp>
        <p:nvSpPr>
          <p:cNvPr id="7" name="Footer Placeholder 6">
            <a:extLst>
              <a:ext uri="{FF2B5EF4-FFF2-40B4-BE49-F238E27FC236}">
                <a16:creationId xmlns:a16="http://schemas.microsoft.com/office/drawing/2014/main" id="{A2877A2B-5ED7-43CA-6E12-D7795C387BED}"/>
              </a:ext>
            </a:extLst>
          </p:cNvPr>
          <p:cNvSpPr>
            <a:spLocks noGrp="1"/>
          </p:cNvSpPr>
          <p:nvPr>
            <p:ph type="ftr" sz="quarter" idx="11"/>
          </p:nvPr>
        </p:nvSpPr>
        <p:spPr>
          <a:xfrm>
            <a:off x="3124200" y="6245225"/>
            <a:ext cx="2895600" cy="476250"/>
          </a:xfrm>
        </p:spPr>
        <p:txBody>
          <a:bodyPr/>
          <a:lstStyle>
            <a:lvl1pPr>
              <a:defRPr/>
            </a:lvl1pPr>
          </a:lstStyle>
          <a:p>
            <a:endParaRPr lang="en-US" altLang="en-US"/>
          </a:p>
        </p:txBody>
      </p:sp>
      <p:sp>
        <p:nvSpPr>
          <p:cNvPr id="8" name="Slide Number Placeholder 7">
            <a:extLst>
              <a:ext uri="{FF2B5EF4-FFF2-40B4-BE49-F238E27FC236}">
                <a16:creationId xmlns:a16="http://schemas.microsoft.com/office/drawing/2014/main" id="{ED0C0781-A614-93A1-829D-8597B2858CA3}"/>
              </a:ext>
            </a:extLst>
          </p:cNvPr>
          <p:cNvSpPr>
            <a:spLocks noGrp="1"/>
          </p:cNvSpPr>
          <p:nvPr>
            <p:ph type="sldNum" sz="quarter" idx="12"/>
          </p:nvPr>
        </p:nvSpPr>
        <p:spPr>
          <a:xfrm>
            <a:off x="6553200" y="6245225"/>
            <a:ext cx="2133600" cy="476250"/>
          </a:xfrm>
        </p:spPr>
        <p:txBody>
          <a:bodyPr/>
          <a:lstStyle>
            <a:lvl1pPr>
              <a:defRPr/>
            </a:lvl1pPr>
          </a:lstStyle>
          <a:p>
            <a:fld id="{FBEAE953-1769-234F-87D5-A1BCF2654DFB}" type="slidenum">
              <a:rPr lang="en-US" altLang="en-US"/>
              <a:pPr/>
              <a:t>‹#›</a:t>
            </a:fld>
            <a:endParaRPr lang="en-US" altLang="en-US"/>
          </a:p>
        </p:txBody>
      </p:sp>
    </p:spTree>
    <p:extLst>
      <p:ext uri="{BB962C8B-B14F-4D97-AF65-F5344CB8AC3E}">
        <p14:creationId xmlns:p14="http://schemas.microsoft.com/office/powerpoint/2010/main" val="4035853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5660E6E1-C337-5834-5F8D-58F365B3FD7E}"/>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53251" name="Rectangle 3">
            <a:extLst>
              <a:ext uri="{FF2B5EF4-FFF2-40B4-BE49-F238E27FC236}">
                <a16:creationId xmlns:a16="http://schemas.microsoft.com/office/drawing/2014/main" id="{3126BAD3-A732-0401-1773-58110AF84D00}"/>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3252" name="Rectangle 4">
            <a:extLst>
              <a:ext uri="{FF2B5EF4-FFF2-40B4-BE49-F238E27FC236}">
                <a16:creationId xmlns:a16="http://schemas.microsoft.com/office/drawing/2014/main" id="{E330A5A1-52CF-3BBA-9716-3893DEF8DCD1}"/>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en-US"/>
          </a:p>
        </p:txBody>
      </p:sp>
      <p:sp>
        <p:nvSpPr>
          <p:cNvPr id="53253" name="Rectangle 5">
            <a:extLst>
              <a:ext uri="{FF2B5EF4-FFF2-40B4-BE49-F238E27FC236}">
                <a16:creationId xmlns:a16="http://schemas.microsoft.com/office/drawing/2014/main" id="{F962AACC-CC02-4365-E53B-C8C3C99F2496}"/>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en-US"/>
          </a:p>
        </p:txBody>
      </p:sp>
      <p:sp>
        <p:nvSpPr>
          <p:cNvPr id="53254" name="Rectangle 6">
            <a:extLst>
              <a:ext uri="{FF2B5EF4-FFF2-40B4-BE49-F238E27FC236}">
                <a16:creationId xmlns:a16="http://schemas.microsoft.com/office/drawing/2014/main" id="{C5FF016B-BE54-306D-3BD8-35837A26F6F4}"/>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8A608F94-1842-B246-9C53-1E0E29A0A06B}"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53250"/>
                                        </p:tgtEl>
                                        <p:attrNameLst>
                                          <p:attrName>style.visibility</p:attrName>
                                        </p:attrNameLst>
                                      </p:cBhvr>
                                      <p:to>
                                        <p:strVal val="visible"/>
                                      </p:to>
                                    </p:set>
                                    <p:animEffect transition="in" filter="fade">
                                      <p:cBhvr>
                                        <p:cTn id="7" dur="2000"/>
                                        <p:tgtEl>
                                          <p:spTgt spid="53250"/>
                                        </p:tgtEl>
                                      </p:cBhvr>
                                    </p:animEffect>
                                  </p:childTnLst>
                                </p:cTn>
                              </p:par>
                            </p:childTnLst>
                          </p:cTn>
                        </p:par>
                        <p:par>
                          <p:cTn id="8" fill="hold" nodeType="afterGroup">
                            <p:stCondLst>
                              <p:cond delay="2000"/>
                            </p:stCondLst>
                            <p:childTnLst>
                              <p:par>
                                <p:cTn id="9" presetID="22" presetClass="entr" presetSubtype="8" fill="hold" nodeType="afterEffect">
                                  <p:stCondLst>
                                    <p:cond delay="0"/>
                                  </p:stCondLst>
                                  <p:childTnLst>
                                    <p:set>
                                      <p:cBhvr>
                                        <p:cTn id="10" dur="1" fill="hold">
                                          <p:stCondLst>
                                            <p:cond delay="0"/>
                                          </p:stCondLst>
                                        </p:cTn>
                                        <p:tgtEl>
                                          <p:spTgt spid="53251">
                                            <p:txEl>
                                              <p:pRg st="0" end="0"/>
                                            </p:txEl>
                                          </p:spTgt>
                                        </p:tgtEl>
                                        <p:attrNameLst>
                                          <p:attrName>style.visibility</p:attrName>
                                        </p:attrNameLst>
                                      </p:cBhvr>
                                      <p:to>
                                        <p:strVal val="visible"/>
                                      </p:to>
                                    </p:set>
                                    <p:animEffect transition="in" filter="wipe(left)">
                                      <p:cBhvr>
                                        <p:cTn id="11" dur="500"/>
                                        <p:tgtEl>
                                          <p:spTgt spid="53251">
                                            <p:txEl>
                                              <p:pRg st="0" end="0"/>
                                            </p:txEl>
                                          </p:spTgt>
                                        </p:tgtEl>
                                      </p:cBhvr>
                                    </p:animEffect>
                                  </p:childTnLst>
                                </p:cTn>
                              </p:par>
                              <p:par>
                                <p:cTn id="12" presetID="22" presetClass="entr" presetSubtype="8" fill="hold" nodeType="withEffect">
                                  <p:stCondLst>
                                    <p:cond delay="0"/>
                                  </p:stCondLst>
                                  <p:childTnLst>
                                    <p:set>
                                      <p:cBhvr>
                                        <p:cTn id="13" dur="1" fill="hold">
                                          <p:stCondLst>
                                            <p:cond delay="0"/>
                                          </p:stCondLst>
                                        </p:cTn>
                                        <p:tgtEl>
                                          <p:spTgt spid="53251">
                                            <p:txEl>
                                              <p:pRg st="1" end="1"/>
                                            </p:txEl>
                                          </p:spTgt>
                                        </p:tgtEl>
                                        <p:attrNameLst>
                                          <p:attrName>style.visibility</p:attrName>
                                        </p:attrNameLst>
                                      </p:cBhvr>
                                      <p:to>
                                        <p:strVal val="visible"/>
                                      </p:to>
                                    </p:set>
                                    <p:animEffect transition="in" filter="wipe(left)">
                                      <p:cBhvr>
                                        <p:cTn id="14" dur="500"/>
                                        <p:tgtEl>
                                          <p:spTgt spid="53251">
                                            <p:txEl>
                                              <p:pRg st="1" end="1"/>
                                            </p:txEl>
                                          </p:spTgt>
                                        </p:tgtEl>
                                      </p:cBhvr>
                                    </p:animEffect>
                                  </p:childTnLst>
                                </p:cTn>
                              </p:par>
                              <p:par>
                                <p:cTn id="15" presetID="22" presetClass="entr" presetSubtype="8" fill="hold" nodeType="withEffect">
                                  <p:stCondLst>
                                    <p:cond delay="0"/>
                                  </p:stCondLst>
                                  <p:childTnLst>
                                    <p:set>
                                      <p:cBhvr>
                                        <p:cTn id="16" dur="1" fill="hold">
                                          <p:stCondLst>
                                            <p:cond delay="0"/>
                                          </p:stCondLst>
                                        </p:cTn>
                                        <p:tgtEl>
                                          <p:spTgt spid="53251">
                                            <p:txEl>
                                              <p:pRg st="2" end="2"/>
                                            </p:txEl>
                                          </p:spTgt>
                                        </p:tgtEl>
                                        <p:attrNameLst>
                                          <p:attrName>style.visibility</p:attrName>
                                        </p:attrNameLst>
                                      </p:cBhvr>
                                      <p:to>
                                        <p:strVal val="visible"/>
                                      </p:to>
                                    </p:set>
                                    <p:animEffect transition="in" filter="wipe(left)">
                                      <p:cBhvr>
                                        <p:cTn id="17" dur="500"/>
                                        <p:tgtEl>
                                          <p:spTgt spid="53251">
                                            <p:txEl>
                                              <p:pRg st="2" end="2"/>
                                            </p:txEl>
                                          </p:spTgt>
                                        </p:tgtEl>
                                      </p:cBhvr>
                                    </p:animEffect>
                                  </p:childTnLst>
                                </p:cTn>
                              </p:par>
                              <p:par>
                                <p:cTn id="18" presetID="22" presetClass="entr" presetSubtype="8" fill="hold" nodeType="withEffect">
                                  <p:stCondLst>
                                    <p:cond delay="0"/>
                                  </p:stCondLst>
                                  <p:childTnLst>
                                    <p:set>
                                      <p:cBhvr>
                                        <p:cTn id="19" dur="1" fill="hold">
                                          <p:stCondLst>
                                            <p:cond delay="0"/>
                                          </p:stCondLst>
                                        </p:cTn>
                                        <p:tgtEl>
                                          <p:spTgt spid="53251">
                                            <p:txEl>
                                              <p:pRg st="3" end="3"/>
                                            </p:txEl>
                                          </p:spTgt>
                                        </p:tgtEl>
                                        <p:attrNameLst>
                                          <p:attrName>style.visibility</p:attrName>
                                        </p:attrNameLst>
                                      </p:cBhvr>
                                      <p:to>
                                        <p:strVal val="visible"/>
                                      </p:to>
                                    </p:set>
                                    <p:animEffect transition="in" filter="wipe(left)">
                                      <p:cBhvr>
                                        <p:cTn id="20" dur="500"/>
                                        <p:tgtEl>
                                          <p:spTgt spid="53251">
                                            <p:txEl>
                                              <p:pRg st="3" end="3"/>
                                            </p:txEl>
                                          </p:spTgt>
                                        </p:tgtEl>
                                      </p:cBhvr>
                                    </p:animEffect>
                                  </p:childTnLst>
                                </p:cTn>
                              </p:par>
                              <p:par>
                                <p:cTn id="21" presetID="22" presetClass="entr" presetSubtype="8" fill="hold" nodeType="withEffect">
                                  <p:stCondLst>
                                    <p:cond delay="0"/>
                                  </p:stCondLst>
                                  <p:childTnLst>
                                    <p:set>
                                      <p:cBhvr>
                                        <p:cTn id="22" dur="1" fill="hold">
                                          <p:stCondLst>
                                            <p:cond delay="0"/>
                                          </p:stCondLst>
                                        </p:cTn>
                                        <p:tgtEl>
                                          <p:spTgt spid="53251">
                                            <p:txEl>
                                              <p:pRg st="4" end="4"/>
                                            </p:txEl>
                                          </p:spTgt>
                                        </p:tgtEl>
                                        <p:attrNameLst>
                                          <p:attrName>style.visibility</p:attrName>
                                        </p:attrNameLst>
                                      </p:cBhvr>
                                      <p:to>
                                        <p:strVal val="visible"/>
                                      </p:to>
                                    </p:set>
                                    <p:animEffect transition="in" filter="wipe(left)">
                                      <p:cBhvr>
                                        <p:cTn id="23" dur="500"/>
                                        <p:tgtEl>
                                          <p:spTgt spid="532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p:bldP spid="53251" grpId="0" uiExpand="1" build="p">
        <p:tmplLst>
          <p:tmpl lvl="1">
            <p:tnLst>
              <p:par>
                <p:cTn presetID="22" presetClass="entr" presetSubtype="8" fill="hold" nodeType="afterEffect">
                  <p:stCondLst>
                    <p:cond delay="0"/>
                  </p:stCondLst>
                  <p:childTnLst>
                    <p:set>
                      <p:cBhvr>
                        <p:cTn dur="1" fill="hold">
                          <p:stCondLst>
                            <p:cond delay="0"/>
                          </p:stCondLst>
                        </p:cTn>
                        <p:tgtEl>
                          <p:spTgt spid="53251"/>
                        </p:tgtEl>
                        <p:attrNameLst>
                          <p:attrName>style.visibility</p:attrName>
                        </p:attrNameLst>
                      </p:cBhvr>
                      <p:to>
                        <p:strVal val="visible"/>
                      </p:to>
                    </p:set>
                    <p:animEffect transition="in" filter="wipe(left)">
                      <p:cBhvr>
                        <p:cTn dur="500"/>
                        <p:tgtEl>
                          <p:spTgt spid="53251"/>
                        </p:tgtEl>
                      </p:cBhvr>
                    </p:animEffect>
                  </p:childTnLst>
                </p:cTn>
              </p:par>
            </p:tnLst>
          </p:tmpl>
          <p:tmpl lvl="2">
            <p:tnLst>
              <p:par>
                <p:cTn presetID="22" presetClass="entr" presetSubtype="8" fill="hold" nodeType="withEffect">
                  <p:stCondLst>
                    <p:cond delay="0"/>
                  </p:stCondLst>
                  <p:childTnLst>
                    <p:set>
                      <p:cBhvr>
                        <p:cTn dur="1" fill="hold">
                          <p:stCondLst>
                            <p:cond delay="0"/>
                          </p:stCondLst>
                        </p:cTn>
                        <p:tgtEl>
                          <p:spTgt spid="53251"/>
                        </p:tgtEl>
                        <p:attrNameLst>
                          <p:attrName>style.visibility</p:attrName>
                        </p:attrNameLst>
                      </p:cBhvr>
                      <p:to>
                        <p:strVal val="visible"/>
                      </p:to>
                    </p:set>
                    <p:animEffect transition="in" filter="wipe(left)">
                      <p:cBhvr>
                        <p:cTn dur="500"/>
                        <p:tgtEl>
                          <p:spTgt spid="53251"/>
                        </p:tgtEl>
                      </p:cBhvr>
                    </p:animEffect>
                  </p:childTnLst>
                </p:cTn>
              </p:par>
            </p:tnLst>
          </p:tmpl>
          <p:tmpl lvl="3">
            <p:tnLst>
              <p:par>
                <p:cTn presetID="22" presetClass="entr" presetSubtype="8" fill="hold" nodeType="withEffect">
                  <p:stCondLst>
                    <p:cond delay="0"/>
                  </p:stCondLst>
                  <p:childTnLst>
                    <p:set>
                      <p:cBhvr>
                        <p:cTn dur="1" fill="hold">
                          <p:stCondLst>
                            <p:cond delay="0"/>
                          </p:stCondLst>
                        </p:cTn>
                        <p:tgtEl>
                          <p:spTgt spid="53251"/>
                        </p:tgtEl>
                        <p:attrNameLst>
                          <p:attrName>style.visibility</p:attrName>
                        </p:attrNameLst>
                      </p:cBhvr>
                      <p:to>
                        <p:strVal val="visible"/>
                      </p:to>
                    </p:set>
                    <p:animEffect transition="in" filter="wipe(left)">
                      <p:cBhvr>
                        <p:cTn dur="500"/>
                        <p:tgtEl>
                          <p:spTgt spid="53251"/>
                        </p:tgtEl>
                      </p:cBhvr>
                    </p:animEffect>
                  </p:childTnLst>
                </p:cTn>
              </p:par>
            </p:tnLst>
          </p:tmpl>
          <p:tmpl lvl="4">
            <p:tnLst>
              <p:par>
                <p:cTn presetID="22" presetClass="entr" presetSubtype="8" fill="hold" nodeType="withEffect">
                  <p:stCondLst>
                    <p:cond delay="0"/>
                  </p:stCondLst>
                  <p:childTnLst>
                    <p:set>
                      <p:cBhvr>
                        <p:cTn dur="1" fill="hold">
                          <p:stCondLst>
                            <p:cond delay="0"/>
                          </p:stCondLst>
                        </p:cTn>
                        <p:tgtEl>
                          <p:spTgt spid="53251"/>
                        </p:tgtEl>
                        <p:attrNameLst>
                          <p:attrName>style.visibility</p:attrName>
                        </p:attrNameLst>
                      </p:cBhvr>
                      <p:to>
                        <p:strVal val="visible"/>
                      </p:to>
                    </p:set>
                    <p:animEffect transition="in" filter="wipe(left)">
                      <p:cBhvr>
                        <p:cTn dur="500"/>
                        <p:tgtEl>
                          <p:spTgt spid="53251"/>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53251"/>
                        </p:tgtEl>
                        <p:attrNameLst>
                          <p:attrName>style.visibility</p:attrName>
                        </p:attrNameLst>
                      </p:cBhvr>
                      <p:to>
                        <p:strVal val="visible"/>
                      </p:to>
                    </p:set>
                    <p:animEffect transition="in" filter="wipe(left)">
                      <p:cBhvr>
                        <p:cTn dur="500"/>
                        <p:tgtEl>
                          <p:spTgt spid="53251"/>
                        </p:tgtEl>
                      </p:cBhvr>
                    </p:animEffect>
                  </p:childTnLst>
                </p:cTn>
              </p:par>
            </p:tnLst>
          </p:tmpl>
        </p:tmplLst>
      </p:bldP>
    </p:bldLst>
  </p:timing>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4.jpeg"/><Relationship Id="rId13" Type="http://schemas.openxmlformats.org/officeDocument/2006/relationships/hyperlink" Target="http://images.google.com/imgres?imgurl=http://www.nutrasanus.com/images/dandelion-image.gif&amp;imgrefurl=http://www.nutrasanus.com/dandelion.html&amp;h=184&amp;w=160&amp;sz=19&amp;tbnid=VCQ5yln6IuAJ:&amp;tbnh=95&amp;tbnw=83&amp;hl=en&amp;start=51&amp;prev=/images%3Fq%3Ddandelion%2Bpicture%26start%3D40%26hl%3Den%26lr%3D%26sa%3DN" TargetMode="External"/><Relationship Id="rId3" Type="http://schemas.openxmlformats.org/officeDocument/2006/relationships/hyperlink" Target="http://images.google.com/imgres?imgurl=http://www.agron.iastate.edu/~weeds/Pix/Im200-299/205.JPG&amp;imgrefurl=http://www.agron.iastate.edu/~weeds/Ag317-99/id/WeedID/dlion.html&amp;h=311&amp;w=350&amp;sz=38&amp;tbnid=bgNlJct04QoJ:&amp;tbnh=103&amp;tbnw=116&amp;hl=en&amp;start=63&amp;prev=/images%3Fq%3Ddandelion%2Bpicture%26start%3D60%26hl%3Den%26lr%3D%26sa%3DN" TargetMode="External"/><Relationship Id="rId7" Type="http://schemas.openxmlformats.org/officeDocument/2006/relationships/hyperlink" Target="http://images.google.com/imgres?imgurl=http://weedeco.msu.montana.edu/class/lres443/weedphotos/dandelion.jpg&amp;imgrefurl=http://weedeco.msu.montana.edu/class/lres443/Lab/WeedID/31%2520weeds%2520to%2520know.htm&amp;h=380&amp;w=412&amp;sz=34&amp;tbnid=eaJrQ8w3Eu8J:&amp;tbnh=111&amp;tbnw=120&amp;hl=en&amp;start=132&amp;prev=/images%3Fq%3Ddandelion%2Bpicture%26start%3D120%26hl%3Den%26lr%3D%26sa%3DN" TargetMode="External"/><Relationship Id="rId12"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3.jpeg"/><Relationship Id="rId11" Type="http://schemas.openxmlformats.org/officeDocument/2006/relationships/hyperlink" Target="http://images.google.com/imgres?imgurl=http://www.wildmanstevebrill.com/JPEG%27S/Plant%2520Images/Dandelion%2520Root.jpg&amp;imgrefurl=http://www.wildmanstevebrill.com/Plants.Folder/Dandelion.html&amp;h=355&amp;w=190&amp;sz=17&amp;tbnid=WKDSpxG2fUEJ:&amp;tbnh=116&amp;tbnw=62&amp;hl=en&amp;start=28&amp;prev=/images%3Fq%3Ddandelion%2Bpicture%26start%3D20%26hl%3Den%26lr%3D%26sa%3DN" TargetMode="External"/><Relationship Id="rId5" Type="http://schemas.openxmlformats.org/officeDocument/2006/relationships/hyperlink" Target="http://images.google.com/imgres?imgurl=http://cropsoil.psu.edu/extension/LivingMulch/images/dandelion.jpg&amp;imgrefurl=http://cropsoil.psu.edu/extension/LivingMulch/tab9-9.htm&amp;h=238&amp;w=256&amp;sz=38&amp;tbnid=-bhnOvNiiekJ:&amp;tbnh=99&amp;tbnw=106&amp;hl=en&amp;start=46&amp;prev=/images%3Fq%3Ddandelion%2Bpicture%26start%3D40%26hl%3Den%26lr%3D%26sa%3DN" TargetMode="External"/><Relationship Id="rId10" Type="http://schemas.openxmlformats.org/officeDocument/2006/relationships/image" Target="../media/image5.jpeg"/><Relationship Id="rId4" Type="http://schemas.openxmlformats.org/officeDocument/2006/relationships/image" Target="../media/image2.jpeg"/><Relationship Id="rId9" Type="http://schemas.openxmlformats.org/officeDocument/2006/relationships/hyperlink" Target="http://images.google.com/imgres?imgurl=http://koti.mbnet.fi/~kakoskin/photos/dandelion.jpg&amp;imgrefurl=http://koti.mbnet.fi/~kakoskin/photos6.html&amp;h=768&amp;w=1024&amp;sz=224&amp;tbnid=dvEkRnAY9A0J:&amp;tbnh=112&amp;tbnw=149&amp;hl=en&amp;start=1&amp;prev=/images%3Fq%3Ddandelion%2Bpicture%26hl%3Den%26lr%3D%26sa%3DG" TargetMode="External"/><Relationship Id="rId14" Type="http://schemas.openxmlformats.org/officeDocument/2006/relationships/image" Target="../media/image7.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6F6D112-8C67-BACE-FCC5-1FBF247D2FF0}"/>
              </a:ext>
            </a:extLst>
          </p:cNvPr>
          <p:cNvSpPr>
            <a:spLocks noGrp="1" noChangeArrowheads="1"/>
          </p:cNvSpPr>
          <p:nvPr>
            <p:ph type="ctrTitle"/>
          </p:nvPr>
        </p:nvSpPr>
        <p:spPr>
          <a:xfrm>
            <a:off x="685800" y="2128838"/>
            <a:ext cx="7772400" cy="1470025"/>
          </a:xfrm>
        </p:spPr>
        <p:txBody>
          <a:bodyPr anchor="ctr"/>
          <a:lstStyle/>
          <a:p>
            <a:r>
              <a:rPr lang="en-US" altLang="en-US" sz="4400" b="1">
                <a:effectLst>
                  <a:outerShdw blurRad="38100" dist="38100" dir="2700000" algn="tl">
                    <a:srgbClr val="C0C0C0"/>
                  </a:outerShdw>
                </a:effectLst>
                <a:latin typeface="Tahoma" panose="020B0604030504040204" pitchFamily="34" charset="0"/>
              </a:rPr>
              <a:t>ACCOMPLISHING FORGIVENESS</a:t>
            </a:r>
          </a:p>
        </p:txBody>
      </p:sp>
      <p:sp>
        <p:nvSpPr>
          <p:cNvPr id="2052" name="Rectangle 4">
            <a:extLst>
              <a:ext uri="{FF2B5EF4-FFF2-40B4-BE49-F238E27FC236}">
                <a16:creationId xmlns:a16="http://schemas.microsoft.com/office/drawing/2014/main" id="{26D4139C-E0B7-82D9-1F93-9FEA0702B00B}"/>
              </a:ext>
            </a:extLst>
          </p:cNvPr>
          <p:cNvSpPr>
            <a:spLocks noChangeArrowheads="1"/>
          </p:cNvSpPr>
          <p:nvPr/>
        </p:nvSpPr>
        <p:spPr bwMode="auto">
          <a:xfrm>
            <a:off x="1371600" y="4267200"/>
            <a:ext cx="64008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anose="020B0604020202020204" pitchFamily="34" charset="0"/>
                <a:cs typeface="Arial" panose="020B0604020202020204" pitchFamily="34" charset="0"/>
              </a:defRPr>
            </a:lvl1pPr>
            <a:lvl2pPr algn="ctr">
              <a:spcBef>
                <a:spcPct val="20000"/>
              </a:spcBef>
              <a:defRPr sz="2800">
                <a:solidFill>
                  <a:schemeClr val="tx1"/>
                </a:solidFill>
                <a:latin typeface="Arial" panose="020B0604020202020204" pitchFamily="34" charset="0"/>
                <a:cs typeface="Arial" panose="020B0604020202020204" pitchFamily="34" charset="0"/>
              </a:defRPr>
            </a:lvl2pPr>
            <a:lvl3pPr algn="ctr">
              <a:spcBef>
                <a:spcPct val="20000"/>
              </a:spcBef>
              <a:defRPr sz="2400">
                <a:solidFill>
                  <a:schemeClr val="tx1"/>
                </a:solidFill>
                <a:latin typeface="Arial" panose="020B0604020202020204" pitchFamily="34" charset="0"/>
                <a:cs typeface="Arial" panose="020B0604020202020204" pitchFamily="34" charset="0"/>
              </a:defRPr>
            </a:lvl3pPr>
            <a:lvl4pPr algn="ctr">
              <a:spcBef>
                <a:spcPct val="20000"/>
              </a:spcBef>
              <a:defRPr sz="2000">
                <a:solidFill>
                  <a:schemeClr val="tx1"/>
                </a:solidFill>
                <a:latin typeface="Arial" panose="020B0604020202020204" pitchFamily="34" charset="0"/>
                <a:cs typeface="Arial" panose="020B0604020202020204" pitchFamily="34" charset="0"/>
              </a:defRPr>
            </a:lvl4pPr>
            <a:lvl5pPr algn="ctr">
              <a:spcBef>
                <a:spcPct val="20000"/>
              </a:spcBef>
              <a:defRPr sz="2000">
                <a:solidFill>
                  <a:schemeClr val="tx1"/>
                </a:solidFill>
                <a:latin typeface="Arial" panose="020B0604020202020204" pitchFamily="34" charset="0"/>
                <a:cs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cs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cs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cs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cs typeface="Arial" panose="020B0604020202020204" pitchFamily="34" charset="0"/>
              </a:defRPr>
            </a:lvl9pPr>
          </a:lstStyle>
          <a:p>
            <a:r>
              <a:rPr lang="en-US" altLang="en-US" sz="2400" b="1" dirty="0">
                <a:effectLst>
                  <a:outerShdw blurRad="38100" dist="38100" dir="2700000" algn="tl">
                    <a:srgbClr val="C0C0C0"/>
                  </a:outerShdw>
                </a:effectLst>
                <a:latin typeface="Tahoma" panose="020B0604030504040204" pitchFamily="34" charset="0"/>
              </a:rPr>
              <a:t>BLD Cebu Cluster</a:t>
            </a:r>
          </a:p>
          <a:p>
            <a:r>
              <a:rPr lang="en-US" altLang="en-US" sz="2400" b="1" dirty="0">
                <a:effectLst>
                  <a:outerShdw blurRad="38100" dist="38100" dir="2700000" algn="tl">
                    <a:srgbClr val="C0C0C0"/>
                  </a:outerShdw>
                </a:effectLst>
                <a:latin typeface="Tahoma" panose="020B0604030504040204" pitchFamily="34" charset="0"/>
              </a:rPr>
              <a:t>March 7 &amp; 8, 2026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 calcmode="lin" valueType="num">
                                      <p:cBhvr additive="base">
                                        <p:cTn id="7" dur="500" fill="hold"/>
                                        <p:tgtEl>
                                          <p:spTgt spid="2052"/>
                                        </p:tgtEl>
                                        <p:attrNameLst>
                                          <p:attrName>ppt_x</p:attrName>
                                        </p:attrNameLst>
                                      </p:cBhvr>
                                      <p:tavLst>
                                        <p:tav tm="0">
                                          <p:val>
                                            <p:strVal val="#ppt_x"/>
                                          </p:val>
                                        </p:tav>
                                        <p:tav tm="100000">
                                          <p:val>
                                            <p:strVal val="#ppt_x"/>
                                          </p:val>
                                        </p:tav>
                                      </p:tavLst>
                                    </p:anim>
                                    <p:anim calcmode="lin" valueType="num">
                                      <p:cBhvr additive="base">
                                        <p:cTn id="8" dur="500" fill="hold"/>
                                        <p:tgtEl>
                                          <p:spTgt spid="20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B2F4CF7C-4622-7D34-4FF5-2888EA007DEB}"/>
              </a:ext>
            </a:extLst>
          </p:cNvPr>
          <p:cNvSpPr>
            <a:spLocks noGrp="1" noChangeArrowheads="1"/>
          </p:cNvSpPr>
          <p:nvPr>
            <p:ph type="ctrTitle"/>
          </p:nvPr>
        </p:nvSpPr>
        <p:spPr>
          <a:xfrm>
            <a:off x="685800" y="2128838"/>
            <a:ext cx="7772400" cy="1470025"/>
          </a:xfrm>
        </p:spPr>
        <p:txBody>
          <a:bodyPr anchor="ctr"/>
          <a:lstStyle/>
          <a:p>
            <a:r>
              <a:rPr lang="en-US" altLang="en-US" sz="4400" b="1" dirty="0">
                <a:effectLst>
                  <a:outerShdw blurRad="38100" dist="38100" dir="2700000" algn="tl">
                    <a:srgbClr val="C0C0C0"/>
                  </a:outerShdw>
                </a:effectLst>
                <a:latin typeface="Tahoma" panose="020B0604030504040204" pitchFamily="34" charset="0"/>
              </a:rPr>
              <a:t>ACCOMPLISHING FORGIVENESS</a:t>
            </a:r>
          </a:p>
        </p:txBody>
      </p:sp>
      <p:sp>
        <p:nvSpPr>
          <p:cNvPr id="58371" name="Rectangle 3">
            <a:extLst>
              <a:ext uri="{FF2B5EF4-FFF2-40B4-BE49-F238E27FC236}">
                <a16:creationId xmlns:a16="http://schemas.microsoft.com/office/drawing/2014/main" id="{5D177C0C-EA86-7716-AF02-2171DE8FB53F}"/>
              </a:ext>
            </a:extLst>
          </p:cNvPr>
          <p:cNvSpPr>
            <a:spLocks noGrp="1" noChangeArrowheads="1"/>
          </p:cNvSpPr>
          <p:nvPr>
            <p:ph type="subTitle" idx="1"/>
          </p:nvPr>
        </p:nvSpPr>
        <p:spPr>
          <a:xfrm>
            <a:off x="1371600" y="3884613"/>
            <a:ext cx="6400800" cy="1755775"/>
          </a:xfrm>
        </p:spPr>
        <p:txBody>
          <a:bodyPr/>
          <a:lstStyle/>
          <a:p>
            <a:pPr>
              <a:lnSpc>
                <a:spcPct val="80000"/>
              </a:lnSpc>
            </a:pPr>
            <a:r>
              <a:rPr lang="en-US" altLang="en-US" sz="1800" b="1" u="sng" dirty="0">
                <a:effectLst>
                  <a:outerShdw blurRad="38100" dist="38100" dir="2700000" algn="tl">
                    <a:srgbClr val="C0C0C0"/>
                  </a:outerShdw>
                </a:effectLst>
                <a:latin typeface="Tahoma" panose="020B0604030504040204" pitchFamily="34" charset="0"/>
              </a:rPr>
              <a:t>FOUNDATION SCRIPTURE</a:t>
            </a:r>
            <a:r>
              <a:rPr lang="en-US" altLang="en-US" sz="1800" b="1" dirty="0">
                <a:effectLst>
                  <a:outerShdw blurRad="38100" dist="38100" dir="2700000" algn="tl">
                    <a:srgbClr val="C0C0C0"/>
                  </a:outerShdw>
                </a:effectLst>
                <a:latin typeface="Tahoma" panose="020B0604030504040204" pitchFamily="34" charset="0"/>
              </a:rPr>
              <a:t>:</a:t>
            </a:r>
          </a:p>
          <a:p>
            <a:pPr>
              <a:lnSpc>
                <a:spcPct val="80000"/>
              </a:lnSpc>
            </a:pPr>
            <a:endParaRPr lang="en-US" altLang="en-US" sz="1800" dirty="0">
              <a:effectLst>
                <a:outerShdw blurRad="38100" dist="38100" dir="2700000" algn="tl">
                  <a:srgbClr val="C0C0C0"/>
                </a:outerShdw>
              </a:effectLst>
              <a:latin typeface="Tahoma" panose="020B0604030504040204" pitchFamily="34" charset="0"/>
              <a:ea typeface="Tahoma" panose="020B0604030504040204" pitchFamily="34" charset="0"/>
              <a:cs typeface="Tahoma" panose="020B0604030504040204" pitchFamily="34" charset="0"/>
            </a:endParaRPr>
          </a:p>
          <a:p>
            <a:pPr>
              <a:lnSpc>
                <a:spcPct val="80000"/>
              </a:lnSpc>
            </a:pPr>
            <a:r>
              <a:rPr lang="en-US" altLang="en-US" sz="1800" b="1" dirty="0">
                <a:latin typeface="Tahoma" panose="020B0604030504040204" pitchFamily="34" charset="0"/>
                <a:ea typeface="Tahoma" panose="020B0604030504040204" pitchFamily="34" charset="0"/>
                <a:cs typeface="Tahoma" panose="020B0604030504040204" pitchFamily="34" charset="0"/>
              </a:rPr>
              <a:t>“For if you forgive men when they sin against you, your heavenly father will also forgive you.  But if you do not forgive men their sins, your father will not forgive your sins”.</a:t>
            </a:r>
          </a:p>
          <a:p>
            <a:pPr>
              <a:lnSpc>
                <a:spcPct val="80000"/>
              </a:lnSpc>
            </a:pPr>
            <a:r>
              <a:rPr lang="en-US" altLang="en-US" sz="1800" b="1" dirty="0">
                <a:effectLst>
                  <a:outerShdw blurRad="38100" dist="38100" dir="2700000" algn="tl">
                    <a:srgbClr val="C0C0C0"/>
                  </a:outerShdw>
                </a:effectLst>
                <a:latin typeface="Tahoma" panose="020B0604030504040204" pitchFamily="34" charset="0"/>
              </a:rPr>
              <a:t>MT 6:14-15</a:t>
            </a:r>
            <a:endParaRPr lang="en-US" altLang="en-US" sz="1800" b="1" i="1" dirty="0">
              <a:effectLst>
                <a:outerShdw blurRad="38100" dist="38100" dir="2700000" algn="tl">
                  <a:srgbClr val="C0C0C0"/>
                </a:outerShdw>
              </a:effectLst>
              <a:latin typeface="Tahoma" panose="020B0604030504040204" pitchFamily="34" charset="0"/>
            </a:endParaRPr>
          </a:p>
          <a:p>
            <a:pPr>
              <a:lnSpc>
                <a:spcPct val="80000"/>
              </a:lnSpc>
            </a:pPr>
            <a:endParaRPr lang="en-US" altLang="en-US" sz="1800" b="1" i="1" dirty="0">
              <a:effectLst>
                <a:outerShdw blurRad="38100" dist="38100" dir="2700000" algn="tl">
                  <a:srgbClr val="C0C0C0"/>
                </a:outerShdw>
              </a:effectLst>
              <a:latin typeface="Tahoma" panose="020B060403050404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B98006A-E7BD-C29E-EB21-C2C6CFA9A094}"/>
              </a:ext>
            </a:extLst>
          </p:cNvPr>
          <p:cNvSpPr>
            <a:spLocks noGrp="1" noChangeArrowheads="1"/>
          </p:cNvSpPr>
          <p:nvPr>
            <p:ph type="title"/>
          </p:nvPr>
        </p:nvSpPr>
        <p:spPr/>
        <p:txBody>
          <a:bodyPr/>
          <a:lstStyle/>
          <a:p>
            <a:r>
              <a:rPr lang="en-US" altLang="en-US" sz="4000" b="1">
                <a:effectLst>
                  <a:outerShdw blurRad="38100" dist="38100" dir="2700000" algn="tl">
                    <a:srgbClr val="C0C0C0"/>
                  </a:outerShdw>
                </a:effectLst>
                <a:latin typeface="Tahoma" panose="020B0604030504040204" pitchFamily="34" charset="0"/>
              </a:rPr>
              <a:t>ACCOMPLISHING FORGIVENESS</a:t>
            </a:r>
          </a:p>
        </p:txBody>
      </p:sp>
      <p:sp>
        <p:nvSpPr>
          <p:cNvPr id="5123" name="Rectangle 3">
            <a:extLst>
              <a:ext uri="{FF2B5EF4-FFF2-40B4-BE49-F238E27FC236}">
                <a16:creationId xmlns:a16="http://schemas.microsoft.com/office/drawing/2014/main" id="{169EA9D0-4F3D-09FE-D244-C55878349532}"/>
              </a:ext>
            </a:extLst>
          </p:cNvPr>
          <p:cNvSpPr>
            <a:spLocks noGrp="1" noChangeArrowheads="1"/>
          </p:cNvSpPr>
          <p:nvPr>
            <p:ph type="body" idx="1"/>
          </p:nvPr>
        </p:nvSpPr>
        <p:spPr/>
        <p:txBody>
          <a:bodyPr/>
          <a:lstStyle/>
          <a:p>
            <a:pPr>
              <a:lnSpc>
                <a:spcPct val="90000"/>
              </a:lnSpc>
            </a:pPr>
            <a:r>
              <a:rPr lang="en-US" altLang="en-US" b="1" u="sng">
                <a:effectLst>
                  <a:outerShdw blurRad="38100" dist="38100" dir="2700000" algn="tl">
                    <a:srgbClr val="C0C0C0"/>
                  </a:outerShdw>
                </a:effectLst>
                <a:latin typeface="Tahoma" panose="020B0604030504040204" pitchFamily="34" charset="0"/>
              </a:rPr>
              <a:t>DEFINITION OF FORGIVENESS:</a:t>
            </a:r>
          </a:p>
          <a:p>
            <a:pPr>
              <a:lnSpc>
                <a:spcPct val="90000"/>
              </a:lnSpc>
            </a:pPr>
            <a:endParaRPr lang="en-US" altLang="en-US" b="1">
              <a:effectLst>
                <a:outerShdw blurRad="38100" dist="38100" dir="2700000" algn="tl">
                  <a:srgbClr val="C0C0C0"/>
                </a:outerShdw>
              </a:effectLst>
              <a:latin typeface="Tahoma" panose="020B0604030504040204" pitchFamily="34" charset="0"/>
            </a:endParaRPr>
          </a:p>
          <a:p>
            <a:pPr>
              <a:lnSpc>
                <a:spcPct val="90000"/>
              </a:lnSpc>
              <a:buFontTx/>
              <a:buNone/>
            </a:pPr>
            <a:r>
              <a:rPr lang="en-US" altLang="en-US" b="1">
                <a:effectLst>
                  <a:outerShdw blurRad="38100" dist="38100" dir="2700000" algn="tl">
                    <a:srgbClr val="C0C0C0"/>
                  </a:outerShdw>
                </a:effectLst>
                <a:latin typeface="Tahoma" panose="020B0604030504040204" pitchFamily="34" charset="0"/>
              </a:rPr>
              <a:t>	FORGIVENESS IS SURRENDERING TO JESUS OUR RIGHT TO HOLD A JUDGMENT AGAINST SOMEONE, TO BE PAID BACK FOR SINS AGAINST US, AND INSTEAD, LETTING GOD BE THE JUDGE AND JURY.</a:t>
            </a:r>
          </a:p>
          <a:p>
            <a:pPr>
              <a:lnSpc>
                <a:spcPct val="90000"/>
              </a:lnSpc>
            </a:pPr>
            <a:endParaRPr lang="en-US" altLang="en-US" b="1">
              <a:effectLst>
                <a:outerShdw blurRad="38100" dist="38100" dir="2700000" algn="tl">
                  <a:srgbClr val="C0C0C0"/>
                </a:outerShdw>
              </a:effectLst>
              <a:latin typeface="Tahoma" panose="020B060403050404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0F5A67B6-1B23-0669-1230-56B6990BD2F8}"/>
              </a:ext>
            </a:extLst>
          </p:cNvPr>
          <p:cNvSpPr>
            <a:spLocks noGrp="1" noChangeArrowheads="1"/>
          </p:cNvSpPr>
          <p:nvPr>
            <p:ph type="title"/>
          </p:nvPr>
        </p:nvSpPr>
        <p:spPr/>
        <p:txBody>
          <a:bodyPr/>
          <a:lstStyle/>
          <a:p>
            <a:r>
              <a:rPr lang="en-US" altLang="en-US" sz="4000" b="1">
                <a:effectLst>
                  <a:outerShdw blurRad="38100" dist="38100" dir="2700000" algn="tl">
                    <a:srgbClr val="C0C0C0"/>
                  </a:outerShdw>
                </a:effectLst>
                <a:latin typeface="Tahoma" panose="020B0604030504040204" pitchFamily="34" charset="0"/>
              </a:rPr>
              <a:t>ACCOMPLISHING FORGIVENESS</a:t>
            </a:r>
          </a:p>
        </p:txBody>
      </p:sp>
      <p:sp>
        <p:nvSpPr>
          <p:cNvPr id="10243" name="Rectangle 3">
            <a:extLst>
              <a:ext uri="{FF2B5EF4-FFF2-40B4-BE49-F238E27FC236}">
                <a16:creationId xmlns:a16="http://schemas.microsoft.com/office/drawing/2014/main" id="{F0D79810-0FD7-00C8-1A2E-007B3927AB94}"/>
              </a:ext>
            </a:extLst>
          </p:cNvPr>
          <p:cNvSpPr>
            <a:spLocks noGrp="1" noChangeArrowheads="1"/>
          </p:cNvSpPr>
          <p:nvPr>
            <p:ph type="body" idx="1"/>
          </p:nvPr>
        </p:nvSpPr>
        <p:spPr/>
        <p:txBody>
          <a:bodyPr/>
          <a:lstStyle/>
          <a:p>
            <a:pPr>
              <a:lnSpc>
                <a:spcPct val="90000"/>
              </a:lnSpc>
            </a:pPr>
            <a:r>
              <a:rPr lang="en-US" altLang="en-US" sz="2800" b="1" u="sng">
                <a:effectLst>
                  <a:outerShdw blurRad="38100" dist="38100" dir="2700000" algn="tl">
                    <a:srgbClr val="C0C0C0"/>
                  </a:outerShdw>
                </a:effectLst>
                <a:latin typeface="Tahoma" panose="020B0604030504040204" pitchFamily="34" charset="0"/>
              </a:rPr>
              <a:t>Forgiveness: Option or Necessity?</a:t>
            </a:r>
          </a:p>
          <a:p>
            <a:pPr>
              <a:lnSpc>
                <a:spcPct val="90000"/>
              </a:lnSpc>
              <a:buFontTx/>
              <a:buNone/>
            </a:pPr>
            <a:r>
              <a:rPr lang="en-US" altLang="en-US" sz="2800" b="1">
                <a:effectLst>
                  <a:outerShdw blurRad="38100" dist="38100" dir="2700000" algn="tl">
                    <a:srgbClr val="C0C0C0"/>
                  </a:outerShdw>
                </a:effectLst>
                <a:latin typeface="Tahoma" panose="020B0604030504040204" pitchFamily="34" charset="0"/>
              </a:rPr>
              <a:t>	If we are to be happy, healthy and grow in relationships with others, forgiveness is not an option, it is a necessity.</a:t>
            </a:r>
          </a:p>
          <a:p>
            <a:pPr>
              <a:lnSpc>
                <a:spcPct val="90000"/>
              </a:lnSpc>
              <a:buFontTx/>
              <a:buNone/>
            </a:pPr>
            <a:endParaRPr lang="en-US" altLang="en-US" sz="2800" b="1">
              <a:effectLst>
                <a:outerShdw blurRad="38100" dist="38100" dir="2700000" algn="tl">
                  <a:srgbClr val="C0C0C0"/>
                </a:outerShdw>
              </a:effectLst>
              <a:latin typeface="Tahoma" panose="020B0604030504040204" pitchFamily="34" charset="0"/>
            </a:endParaRPr>
          </a:p>
          <a:p>
            <a:pPr lvl="1">
              <a:lnSpc>
                <a:spcPct val="90000"/>
              </a:lnSpc>
            </a:pPr>
            <a:r>
              <a:rPr lang="en-US" altLang="en-US" sz="2400" b="1">
                <a:effectLst>
                  <a:outerShdw blurRad="38100" dist="38100" dir="2700000" algn="tl">
                    <a:srgbClr val="C0C0C0"/>
                  </a:outerShdw>
                </a:effectLst>
                <a:latin typeface="Tahoma" panose="020B0604030504040204" pitchFamily="34" charset="0"/>
              </a:rPr>
              <a:t>BECAUSE WE ARE COMMANDED TO FORGIVE (Matthew 6:14-15; 18:21-35; Mark 11:25-26)</a:t>
            </a:r>
          </a:p>
          <a:p>
            <a:pPr>
              <a:lnSpc>
                <a:spcPct val="90000"/>
              </a:lnSpc>
              <a:buFontTx/>
              <a:buNone/>
            </a:pPr>
            <a:endParaRPr lang="en-US" altLang="en-US" sz="2800" b="1">
              <a:effectLst>
                <a:outerShdw blurRad="38100" dist="38100" dir="2700000" algn="tl">
                  <a:srgbClr val="C0C0C0"/>
                </a:outerShdw>
              </a:effectLst>
              <a:latin typeface="Tahoma" panose="020B0604030504040204" pitchFamily="34" charset="0"/>
            </a:endParaRPr>
          </a:p>
          <a:p>
            <a:pPr lvl="1">
              <a:lnSpc>
                <a:spcPct val="90000"/>
              </a:lnSpc>
            </a:pPr>
            <a:r>
              <a:rPr lang="en-US" altLang="en-US" sz="2400" b="1">
                <a:effectLst>
                  <a:outerShdw blurRad="38100" dist="38100" dir="2700000" algn="tl">
                    <a:srgbClr val="C0C0C0"/>
                  </a:outerShdw>
                </a:effectLst>
                <a:latin typeface="Tahoma" panose="020B0604030504040204" pitchFamily="34" charset="0"/>
              </a:rPr>
              <a:t>TO BREAK THE EFFECT OF THE LAW OF SOWING AND REAPING</a:t>
            </a:r>
          </a:p>
          <a:p>
            <a:pPr lvl="1">
              <a:lnSpc>
                <a:spcPct val="90000"/>
              </a:lnSpc>
              <a:buFontTx/>
              <a:buNone/>
            </a:pPr>
            <a:endParaRPr lang="en-US" altLang="en-US" sz="2400" b="1">
              <a:effectLst>
                <a:outerShdw blurRad="38100" dist="38100" dir="2700000" algn="tl">
                  <a:srgbClr val="C0C0C0"/>
                </a:outerShdw>
              </a:effectLst>
              <a:latin typeface="Tahoma" panose="020B0604030504040204" pitchFamily="34" charset="0"/>
            </a:endParaRPr>
          </a:p>
          <a:p>
            <a:pPr>
              <a:lnSpc>
                <a:spcPct val="90000"/>
              </a:lnSpc>
            </a:pPr>
            <a:endParaRPr lang="en-US" altLang="en-US" sz="2800" b="1">
              <a:effectLst>
                <a:outerShdw blurRad="38100" dist="38100" dir="2700000" algn="tl">
                  <a:srgbClr val="C0C0C0"/>
                </a:outerShdw>
              </a:effectLst>
              <a:latin typeface="Tahoma" panose="020B060403050404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F808B110-D11C-5D17-D5AA-C27EFCF265D4}"/>
              </a:ext>
            </a:extLst>
          </p:cNvPr>
          <p:cNvSpPr>
            <a:spLocks noGrp="1" noChangeArrowheads="1"/>
          </p:cNvSpPr>
          <p:nvPr>
            <p:ph type="title"/>
          </p:nvPr>
        </p:nvSpPr>
        <p:spPr/>
        <p:txBody>
          <a:bodyPr/>
          <a:lstStyle/>
          <a:p>
            <a:r>
              <a:rPr lang="en-US" altLang="en-US" sz="4000" b="1">
                <a:effectLst>
                  <a:outerShdw blurRad="38100" dist="38100" dir="2700000" algn="tl">
                    <a:srgbClr val="C0C0C0"/>
                  </a:outerShdw>
                </a:effectLst>
                <a:latin typeface="Tahoma" panose="020B0604030504040204" pitchFamily="34" charset="0"/>
              </a:rPr>
              <a:t>ACCOMPLISHING FORGIVENESS</a:t>
            </a:r>
          </a:p>
        </p:txBody>
      </p:sp>
      <p:sp>
        <p:nvSpPr>
          <p:cNvPr id="11267" name="Rectangle 3">
            <a:extLst>
              <a:ext uri="{FF2B5EF4-FFF2-40B4-BE49-F238E27FC236}">
                <a16:creationId xmlns:a16="http://schemas.microsoft.com/office/drawing/2014/main" id="{E611BF10-ED82-1D2C-DD8B-541A73C13FA8}"/>
              </a:ext>
            </a:extLst>
          </p:cNvPr>
          <p:cNvSpPr>
            <a:spLocks noGrp="1" noChangeArrowheads="1"/>
          </p:cNvSpPr>
          <p:nvPr>
            <p:ph type="body" idx="1"/>
          </p:nvPr>
        </p:nvSpPr>
        <p:spPr/>
        <p:txBody>
          <a:bodyPr/>
          <a:lstStyle/>
          <a:p>
            <a:pPr lvl="1"/>
            <a:r>
              <a:rPr lang="en-US" altLang="en-US" b="1">
                <a:effectLst>
                  <a:outerShdw blurRad="38100" dist="38100" dir="2700000" algn="tl">
                    <a:srgbClr val="C0C0C0"/>
                  </a:outerShdw>
                </a:effectLst>
                <a:latin typeface="Tahoma" panose="020B0604030504040204" pitchFamily="34" charset="0"/>
              </a:rPr>
              <a:t>BECAUSE IT’S EASY WHEN WE CATCH OUR RESENTMENTS QUICKLY (1John 1:9; Eph 4:32; Col 3:13)</a:t>
            </a:r>
          </a:p>
          <a:p>
            <a:pPr lvl="1">
              <a:buFontTx/>
              <a:buNone/>
            </a:pPr>
            <a:endParaRPr lang="en-US" altLang="en-US" b="1">
              <a:effectLst>
                <a:outerShdw blurRad="38100" dist="38100" dir="2700000" algn="tl">
                  <a:srgbClr val="C0C0C0"/>
                </a:outerShdw>
              </a:effectLst>
              <a:latin typeface="Tahoma" panose="020B0604030504040204" pitchFamily="34" charset="0"/>
            </a:endParaRPr>
          </a:p>
          <a:p>
            <a:pPr lvl="1"/>
            <a:r>
              <a:rPr lang="en-US" altLang="en-US" b="1">
                <a:effectLst>
                  <a:outerShdw blurRad="38100" dist="38100" dir="2700000" algn="tl">
                    <a:srgbClr val="C0C0C0"/>
                  </a:outerShdw>
                </a:effectLst>
                <a:latin typeface="Tahoma" panose="020B0604030504040204" pitchFamily="34" charset="0"/>
              </a:rPr>
              <a:t>BECAUSE IT IS DIFFICULT WHEN RESENTMENTS ARE ALLOWED TO LODGE IN OUR  HEARTS (Heb 3:12-15; Prov 26:21-26)</a:t>
            </a:r>
          </a:p>
          <a:p>
            <a:endParaRPr lang="en-US" altLang="en-US" b="1">
              <a:effectLst>
                <a:outerShdw blurRad="38100" dist="38100" dir="2700000" algn="tl">
                  <a:srgbClr val="C0C0C0"/>
                </a:outerShdw>
              </a:effectLst>
              <a:latin typeface="Tahoma" panose="020B060403050404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66" name="Rectangle 14">
            <a:extLst>
              <a:ext uri="{FF2B5EF4-FFF2-40B4-BE49-F238E27FC236}">
                <a16:creationId xmlns:a16="http://schemas.microsoft.com/office/drawing/2014/main" id="{77687CC9-92DC-B740-26FA-F8AAAE8ECCF0}"/>
              </a:ext>
            </a:extLst>
          </p:cNvPr>
          <p:cNvSpPr>
            <a:spLocks noGrp="1" noChangeArrowheads="1"/>
          </p:cNvSpPr>
          <p:nvPr>
            <p:ph type="title"/>
          </p:nvPr>
        </p:nvSpPr>
        <p:spPr/>
        <p:txBody>
          <a:bodyPr/>
          <a:lstStyle/>
          <a:p>
            <a:r>
              <a:rPr lang="en-US" altLang="en-US" sz="4000" b="1">
                <a:effectLst>
                  <a:outerShdw blurRad="38100" dist="38100" dir="2700000" algn="tl">
                    <a:srgbClr val="C0C0C0"/>
                  </a:outerShdw>
                </a:effectLst>
                <a:latin typeface="Tahoma" panose="020B0604030504040204" pitchFamily="34" charset="0"/>
              </a:rPr>
              <a:t>ACCOMPLISHING FORGIVENESS</a:t>
            </a:r>
          </a:p>
        </p:txBody>
      </p:sp>
      <p:sp>
        <p:nvSpPr>
          <p:cNvPr id="49155" name="Rectangle 3">
            <a:extLst>
              <a:ext uri="{FF2B5EF4-FFF2-40B4-BE49-F238E27FC236}">
                <a16:creationId xmlns:a16="http://schemas.microsoft.com/office/drawing/2014/main" id="{5C181C5A-AA4C-7DEC-0E26-DFF6D9308ED4}"/>
              </a:ext>
            </a:extLst>
          </p:cNvPr>
          <p:cNvSpPr>
            <a:spLocks noGrp="1" noChangeArrowheads="1"/>
          </p:cNvSpPr>
          <p:nvPr>
            <p:ph type="body" sz="half" idx="1"/>
          </p:nvPr>
        </p:nvSpPr>
        <p:spPr/>
        <p:txBody>
          <a:bodyPr/>
          <a:lstStyle/>
          <a:p>
            <a:pPr>
              <a:buFontTx/>
              <a:buNone/>
            </a:pPr>
            <a:endParaRPr lang="en-US" altLang="en-US" sz="2800" b="1">
              <a:effectLst>
                <a:outerShdw blurRad="38100" dist="38100" dir="2700000" algn="tl">
                  <a:srgbClr val="C0C0C0"/>
                </a:outerShdw>
              </a:effectLst>
              <a:latin typeface="Tahoma" panose="020B0604030504040204" pitchFamily="34" charset="0"/>
            </a:endParaRPr>
          </a:p>
          <a:p>
            <a:pPr>
              <a:buFontTx/>
              <a:buNone/>
            </a:pPr>
            <a:endParaRPr lang="en-US" altLang="en-US" sz="2800" b="1">
              <a:effectLst>
                <a:outerShdw blurRad="38100" dist="38100" dir="2700000" algn="tl">
                  <a:srgbClr val="C0C0C0"/>
                </a:outerShdw>
              </a:effectLst>
              <a:latin typeface="Tahoma" panose="020B0604030504040204" pitchFamily="34" charset="0"/>
            </a:endParaRPr>
          </a:p>
          <a:p>
            <a:pPr>
              <a:buFontTx/>
              <a:buNone/>
            </a:pPr>
            <a:endParaRPr lang="en-US" altLang="en-US" sz="2800" b="1">
              <a:effectLst>
                <a:outerShdw blurRad="38100" dist="38100" dir="2700000" algn="tl">
                  <a:srgbClr val="C0C0C0"/>
                </a:outerShdw>
              </a:effectLst>
              <a:latin typeface="Tahoma" panose="020B0604030504040204" pitchFamily="34" charset="0"/>
            </a:endParaRPr>
          </a:p>
          <a:p>
            <a:pPr>
              <a:buFontTx/>
              <a:buNone/>
            </a:pPr>
            <a:endParaRPr lang="en-US" altLang="en-US" sz="2800" b="1">
              <a:effectLst>
                <a:outerShdw blurRad="38100" dist="38100" dir="2700000" algn="tl">
                  <a:srgbClr val="C0C0C0"/>
                </a:outerShdw>
              </a:effectLst>
              <a:latin typeface="Tahoma" panose="020B0604030504040204" pitchFamily="34" charset="0"/>
            </a:endParaRPr>
          </a:p>
          <a:p>
            <a:pPr>
              <a:buFontTx/>
              <a:buNone/>
            </a:pPr>
            <a:endParaRPr lang="en-US" altLang="en-US" sz="2800" b="1">
              <a:effectLst>
                <a:outerShdw blurRad="38100" dist="38100" dir="2700000" algn="tl">
                  <a:srgbClr val="C0C0C0"/>
                </a:outerShdw>
              </a:effectLst>
              <a:latin typeface="Tahoma" panose="020B0604030504040204" pitchFamily="34" charset="0"/>
            </a:endParaRPr>
          </a:p>
          <a:p>
            <a:pPr>
              <a:buFontTx/>
              <a:buNone/>
            </a:pPr>
            <a:endParaRPr lang="en-US" altLang="en-US" sz="2800" b="1">
              <a:effectLst>
                <a:outerShdw blurRad="38100" dist="38100" dir="2700000" algn="tl">
                  <a:srgbClr val="C0C0C0"/>
                </a:outerShdw>
              </a:effectLst>
              <a:latin typeface="Tahoma" panose="020B0604030504040204" pitchFamily="34" charset="0"/>
            </a:endParaRPr>
          </a:p>
          <a:p>
            <a:pPr>
              <a:buFontTx/>
              <a:buNone/>
            </a:pPr>
            <a:endParaRPr lang="en-US" altLang="en-US" sz="2800" b="1">
              <a:effectLst>
                <a:outerShdw blurRad="38100" dist="38100" dir="2700000" algn="tl">
                  <a:srgbClr val="C0C0C0"/>
                </a:outerShdw>
              </a:effectLst>
              <a:latin typeface="Tahoma" panose="020B0604030504040204" pitchFamily="34" charset="0"/>
            </a:endParaRPr>
          </a:p>
        </p:txBody>
      </p:sp>
      <p:pic>
        <p:nvPicPr>
          <p:cNvPr id="49161" name="Picture 9">
            <a:hlinkClick r:id="rId3"/>
            <a:extLst>
              <a:ext uri="{FF2B5EF4-FFF2-40B4-BE49-F238E27FC236}">
                <a16:creationId xmlns:a16="http://schemas.microsoft.com/office/drawing/2014/main" id="{308A573C-F00F-F472-1E0D-DA8D67E649BF}"/>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685800" y="1905000"/>
            <a:ext cx="1473200" cy="1516063"/>
          </a:xfrm>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9157" name="Picture 5">
            <a:hlinkClick r:id="rId5"/>
            <a:extLst>
              <a:ext uri="{FF2B5EF4-FFF2-40B4-BE49-F238E27FC236}">
                <a16:creationId xmlns:a16="http://schemas.microsoft.com/office/drawing/2014/main" id="{8758B8B2-2379-16F3-8984-08C5CFBE96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1905000"/>
            <a:ext cx="144780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49165" name="Picture 13">
            <a:hlinkClick r:id="rId7"/>
            <a:extLst>
              <a:ext uri="{FF2B5EF4-FFF2-40B4-BE49-F238E27FC236}">
                <a16:creationId xmlns:a16="http://schemas.microsoft.com/office/drawing/2014/main" id="{C37B20C8-222A-C8A0-4936-A6BCFF7CE570}"/>
              </a:ext>
            </a:extLst>
          </p:cNvPr>
          <p:cNvPicPr>
            <a:picLocks noGrp="1" noChangeAspect="1" noChangeArrowheads="1"/>
          </p:cNvPicPr>
          <p:nvPr>
            <p:ph sz="quarter" idx="3"/>
          </p:nvPr>
        </p:nvPicPr>
        <p:blipFill>
          <a:blip r:embed="rId8">
            <a:extLst>
              <a:ext uri="{28A0092B-C50C-407E-A947-70E740481C1C}">
                <a14:useLocalDpi xmlns:a14="http://schemas.microsoft.com/office/drawing/2010/main" val="0"/>
              </a:ext>
            </a:extLst>
          </a:blip>
          <a:srcRect/>
          <a:stretch>
            <a:fillRect/>
          </a:stretch>
        </p:blipFill>
        <p:spPr>
          <a:xfrm>
            <a:off x="4648200" y="1851025"/>
            <a:ext cx="1524000" cy="1550988"/>
          </a:xfrm>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9169" name="Picture 17">
            <a:hlinkClick r:id="rId9"/>
            <a:extLst>
              <a:ext uri="{FF2B5EF4-FFF2-40B4-BE49-F238E27FC236}">
                <a16:creationId xmlns:a16="http://schemas.microsoft.com/office/drawing/2014/main" id="{805B01B0-4025-9C59-AE5D-6DF9A0BFC9F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58000" y="1905000"/>
            <a:ext cx="1571625" cy="1600200"/>
          </a:xfrm>
          <a:prstGeom prst="rect">
            <a:avLst/>
          </a:prstGeom>
          <a:noFill/>
          <a:extLst>
            <a:ext uri="{909E8E84-426E-40DD-AFC4-6F175D3DCCD1}">
              <a14:hiddenFill xmlns:a14="http://schemas.microsoft.com/office/drawing/2010/main">
                <a:solidFill>
                  <a:srgbClr val="FFFFFF"/>
                </a:solidFill>
              </a14:hiddenFill>
            </a:ext>
          </a:extLst>
        </p:spPr>
      </p:pic>
      <p:pic>
        <p:nvPicPr>
          <p:cNvPr id="49171" name="Picture 19">
            <a:hlinkClick r:id="rId11"/>
            <a:extLst>
              <a:ext uri="{FF2B5EF4-FFF2-40B4-BE49-F238E27FC236}">
                <a16:creationId xmlns:a16="http://schemas.microsoft.com/office/drawing/2014/main" id="{379B5B56-F0CF-2586-E0A1-DAC58DC58A8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81600" y="3886200"/>
            <a:ext cx="12192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49173" name="Picture 21">
            <a:hlinkClick r:id="rId13"/>
            <a:extLst>
              <a:ext uri="{FF2B5EF4-FFF2-40B4-BE49-F238E27FC236}">
                <a16:creationId xmlns:a16="http://schemas.microsoft.com/office/drawing/2014/main" id="{89EC2A8B-E3B9-F9A7-ED94-2715F5B4A6D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24200" y="3962400"/>
            <a:ext cx="1371600" cy="1600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1" presetClass="entr" presetSubtype="0" fill="hold" nodeType="clickEffect">
                                  <p:stCondLst>
                                    <p:cond delay="0"/>
                                  </p:stCondLst>
                                  <p:childTnLst>
                                    <p:set>
                                      <p:cBhvr>
                                        <p:cTn id="6" dur="1" fill="hold">
                                          <p:stCondLst>
                                            <p:cond delay="0"/>
                                          </p:stCondLst>
                                        </p:cTn>
                                        <p:tgtEl>
                                          <p:spTgt spid="49157"/>
                                        </p:tgtEl>
                                        <p:attrNameLst>
                                          <p:attrName>style.visibility</p:attrName>
                                        </p:attrNameLst>
                                      </p:cBhvr>
                                      <p:to>
                                        <p:strVal val="visible"/>
                                      </p:to>
                                    </p:set>
                                    <p:animEffect transition="in" filter="fade">
                                      <p:cBhvr>
                                        <p:cTn id="7" dur="770" decel="100000"/>
                                        <p:tgtEl>
                                          <p:spTgt spid="49157"/>
                                        </p:tgtEl>
                                      </p:cBhvr>
                                    </p:animEffect>
                                    <p:animScale>
                                      <p:cBhvr>
                                        <p:cTn id="8" dur="770" decel="100000"/>
                                        <p:tgtEl>
                                          <p:spTgt spid="49157"/>
                                        </p:tgtEl>
                                      </p:cBhvr>
                                      <p:from x="10000" y="10000"/>
                                      <p:to x="200000" y="450000"/>
                                    </p:animScale>
                                    <p:animScale>
                                      <p:cBhvr>
                                        <p:cTn id="9" dur="1230" accel="100000" fill="hold">
                                          <p:stCondLst>
                                            <p:cond delay="770"/>
                                          </p:stCondLst>
                                        </p:cTn>
                                        <p:tgtEl>
                                          <p:spTgt spid="49157"/>
                                        </p:tgtEl>
                                      </p:cBhvr>
                                      <p:from x="200000" y="450000"/>
                                      <p:to x="100000" y="100000"/>
                                    </p:animScale>
                                    <p:set>
                                      <p:cBhvr>
                                        <p:cTn id="10" dur="770" fill="hold"/>
                                        <p:tgtEl>
                                          <p:spTgt spid="49157"/>
                                        </p:tgtEl>
                                        <p:attrNameLst>
                                          <p:attrName>ppt_x</p:attrName>
                                        </p:attrNameLst>
                                      </p:cBhvr>
                                      <p:to>
                                        <p:strVal val="(0.5)"/>
                                      </p:to>
                                    </p:set>
                                    <p:anim from="(0.5)" to="(#ppt_x)" calcmode="lin" valueType="num">
                                      <p:cBhvr>
                                        <p:cTn id="11" dur="1230" accel="100000" fill="hold">
                                          <p:stCondLst>
                                            <p:cond delay="770"/>
                                          </p:stCondLst>
                                        </p:cTn>
                                        <p:tgtEl>
                                          <p:spTgt spid="49157"/>
                                        </p:tgtEl>
                                        <p:attrNameLst>
                                          <p:attrName>ppt_x</p:attrName>
                                        </p:attrNameLst>
                                      </p:cBhvr>
                                    </p:anim>
                                    <p:set>
                                      <p:cBhvr>
                                        <p:cTn id="12" dur="770" fill="hold"/>
                                        <p:tgtEl>
                                          <p:spTgt spid="49157"/>
                                        </p:tgtEl>
                                        <p:attrNameLst>
                                          <p:attrName>ppt_y</p:attrName>
                                        </p:attrNameLst>
                                      </p:cBhvr>
                                      <p:to>
                                        <p:strVal val="(#ppt_y+0.4)"/>
                                      </p:to>
                                    </p:set>
                                    <p:anim from="(#ppt_y+0.4)" to="(#ppt_y)" calcmode="lin" valueType="num">
                                      <p:cBhvr>
                                        <p:cTn id="13" dur="1230" accel="100000" fill="hold">
                                          <p:stCondLst>
                                            <p:cond delay="770"/>
                                          </p:stCondLst>
                                        </p:cTn>
                                        <p:tgtEl>
                                          <p:spTgt spid="49157"/>
                                        </p:tgtEl>
                                        <p:attrNameLst>
                                          <p:attrName>ppt_y</p:attrName>
                                        </p:attrNameLst>
                                      </p:cBhvr>
                                    </p:anim>
                                  </p:childTnLst>
                                </p:cTn>
                              </p:par>
                              <p:par>
                                <p:cTn id="14" presetID="51" presetClass="entr" presetSubtype="0" fill="hold" nodeType="withEffect">
                                  <p:stCondLst>
                                    <p:cond delay="0"/>
                                  </p:stCondLst>
                                  <p:childTnLst>
                                    <p:set>
                                      <p:cBhvr>
                                        <p:cTn id="15" dur="1" fill="hold">
                                          <p:stCondLst>
                                            <p:cond delay="0"/>
                                          </p:stCondLst>
                                        </p:cTn>
                                        <p:tgtEl>
                                          <p:spTgt spid="49169"/>
                                        </p:tgtEl>
                                        <p:attrNameLst>
                                          <p:attrName>style.visibility</p:attrName>
                                        </p:attrNameLst>
                                      </p:cBhvr>
                                      <p:to>
                                        <p:strVal val="visible"/>
                                      </p:to>
                                    </p:set>
                                    <p:animEffect transition="in" filter="fade">
                                      <p:cBhvr>
                                        <p:cTn id="16" dur="770" decel="100000"/>
                                        <p:tgtEl>
                                          <p:spTgt spid="49169"/>
                                        </p:tgtEl>
                                      </p:cBhvr>
                                    </p:animEffect>
                                    <p:animScale>
                                      <p:cBhvr>
                                        <p:cTn id="17" dur="770" decel="100000"/>
                                        <p:tgtEl>
                                          <p:spTgt spid="49169"/>
                                        </p:tgtEl>
                                      </p:cBhvr>
                                      <p:from x="10000" y="10000"/>
                                      <p:to x="200000" y="450000"/>
                                    </p:animScale>
                                    <p:animScale>
                                      <p:cBhvr>
                                        <p:cTn id="18" dur="1230" accel="100000" fill="hold">
                                          <p:stCondLst>
                                            <p:cond delay="770"/>
                                          </p:stCondLst>
                                        </p:cTn>
                                        <p:tgtEl>
                                          <p:spTgt spid="49169"/>
                                        </p:tgtEl>
                                      </p:cBhvr>
                                      <p:from x="200000" y="450000"/>
                                      <p:to x="100000" y="100000"/>
                                    </p:animScale>
                                    <p:set>
                                      <p:cBhvr>
                                        <p:cTn id="19" dur="770" fill="hold"/>
                                        <p:tgtEl>
                                          <p:spTgt spid="49169"/>
                                        </p:tgtEl>
                                        <p:attrNameLst>
                                          <p:attrName>ppt_x</p:attrName>
                                        </p:attrNameLst>
                                      </p:cBhvr>
                                      <p:to>
                                        <p:strVal val="(0.5)"/>
                                      </p:to>
                                    </p:set>
                                    <p:anim from="(0.5)" to="(#ppt_x)" calcmode="lin" valueType="num">
                                      <p:cBhvr>
                                        <p:cTn id="20" dur="1230" accel="100000" fill="hold">
                                          <p:stCondLst>
                                            <p:cond delay="770"/>
                                          </p:stCondLst>
                                        </p:cTn>
                                        <p:tgtEl>
                                          <p:spTgt spid="49169"/>
                                        </p:tgtEl>
                                        <p:attrNameLst>
                                          <p:attrName>ppt_x</p:attrName>
                                        </p:attrNameLst>
                                      </p:cBhvr>
                                    </p:anim>
                                    <p:set>
                                      <p:cBhvr>
                                        <p:cTn id="21" dur="770" fill="hold"/>
                                        <p:tgtEl>
                                          <p:spTgt spid="49169"/>
                                        </p:tgtEl>
                                        <p:attrNameLst>
                                          <p:attrName>ppt_y</p:attrName>
                                        </p:attrNameLst>
                                      </p:cBhvr>
                                      <p:to>
                                        <p:strVal val="(#ppt_y+0.4)"/>
                                      </p:to>
                                    </p:set>
                                    <p:anim from="(#ppt_y+0.4)" to="(#ppt_y)" calcmode="lin" valueType="num">
                                      <p:cBhvr>
                                        <p:cTn id="22" dur="1230" accel="100000" fill="hold">
                                          <p:stCondLst>
                                            <p:cond delay="770"/>
                                          </p:stCondLst>
                                        </p:cTn>
                                        <p:tgtEl>
                                          <p:spTgt spid="49169"/>
                                        </p:tgtEl>
                                        <p:attrNameLst>
                                          <p:attrName>ppt_y</p:attrName>
                                        </p:attrNameLst>
                                      </p:cBhvr>
                                    </p:anim>
                                  </p:childTnLst>
                                </p:cTn>
                              </p:par>
                              <p:par>
                                <p:cTn id="23" presetID="51" presetClass="entr" presetSubtype="0" fill="hold" nodeType="withEffect">
                                  <p:stCondLst>
                                    <p:cond delay="0"/>
                                  </p:stCondLst>
                                  <p:childTnLst>
                                    <p:set>
                                      <p:cBhvr>
                                        <p:cTn id="24" dur="1" fill="hold">
                                          <p:stCondLst>
                                            <p:cond delay="0"/>
                                          </p:stCondLst>
                                        </p:cTn>
                                        <p:tgtEl>
                                          <p:spTgt spid="49173"/>
                                        </p:tgtEl>
                                        <p:attrNameLst>
                                          <p:attrName>style.visibility</p:attrName>
                                        </p:attrNameLst>
                                      </p:cBhvr>
                                      <p:to>
                                        <p:strVal val="visible"/>
                                      </p:to>
                                    </p:set>
                                    <p:animEffect transition="in" filter="fade">
                                      <p:cBhvr>
                                        <p:cTn id="25" dur="770" decel="100000"/>
                                        <p:tgtEl>
                                          <p:spTgt spid="49173"/>
                                        </p:tgtEl>
                                      </p:cBhvr>
                                    </p:animEffect>
                                    <p:animScale>
                                      <p:cBhvr>
                                        <p:cTn id="26" dur="770" decel="100000"/>
                                        <p:tgtEl>
                                          <p:spTgt spid="49173"/>
                                        </p:tgtEl>
                                      </p:cBhvr>
                                      <p:from x="10000" y="10000"/>
                                      <p:to x="200000" y="450000"/>
                                    </p:animScale>
                                    <p:animScale>
                                      <p:cBhvr>
                                        <p:cTn id="27" dur="1230" accel="100000" fill="hold">
                                          <p:stCondLst>
                                            <p:cond delay="770"/>
                                          </p:stCondLst>
                                        </p:cTn>
                                        <p:tgtEl>
                                          <p:spTgt spid="49173"/>
                                        </p:tgtEl>
                                      </p:cBhvr>
                                      <p:from x="200000" y="450000"/>
                                      <p:to x="100000" y="100000"/>
                                    </p:animScale>
                                    <p:set>
                                      <p:cBhvr>
                                        <p:cTn id="28" dur="770" fill="hold"/>
                                        <p:tgtEl>
                                          <p:spTgt spid="49173"/>
                                        </p:tgtEl>
                                        <p:attrNameLst>
                                          <p:attrName>ppt_x</p:attrName>
                                        </p:attrNameLst>
                                      </p:cBhvr>
                                      <p:to>
                                        <p:strVal val="(0.5)"/>
                                      </p:to>
                                    </p:set>
                                    <p:anim from="(0.5)" to="(#ppt_x)" calcmode="lin" valueType="num">
                                      <p:cBhvr>
                                        <p:cTn id="29" dur="1230" accel="100000" fill="hold">
                                          <p:stCondLst>
                                            <p:cond delay="770"/>
                                          </p:stCondLst>
                                        </p:cTn>
                                        <p:tgtEl>
                                          <p:spTgt spid="49173"/>
                                        </p:tgtEl>
                                        <p:attrNameLst>
                                          <p:attrName>ppt_x</p:attrName>
                                        </p:attrNameLst>
                                      </p:cBhvr>
                                    </p:anim>
                                    <p:set>
                                      <p:cBhvr>
                                        <p:cTn id="30" dur="770" fill="hold"/>
                                        <p:tgtEl>
                                          <p:spTgt spid="49173"/>
                                        </p:tgtEl>
                                        <p:attrNameLst>
                                          <p:attrName>ppt_y</p:attrName>
                                        </p:attrNameLst>
                                      </p:cBhvr>
                                      <p:to>
                                        <p:strVal val="(#ppt_y+0.4)"/>
                                      </p:to>
                                    </p:set>
                                    <p:anim from="(#ppt_y+0.4)" to="(#ppt_y)" calcmode="lin" valueType="num">
                                      <p:cBhvr>
                                        <p:cTn id="31" dur="1230" accel="100000" fill="hold">
                                          <p:stCondLst>
                                            <p:cond delay="770"/>
                                          </p:stCondLst>
                                        </p:cTn>
                                        <p:tgtEl>
                                          <p:spTgt spid="49173"/>
                                        </p:tgtEl>
                                        <p:attrNameLst>
                                          <p:attrName>ppt_y</p:attrName>
                                        </p:attrNameLst>
                                      </p:cBhvr>
                                    </p:anim>
                                  </p:childTnLst>
                                </p:cTn>
                              </p:par>
                              <p:par>
                                <p:cTn id="32" presetID="51" presetClass="entr" presetSubtype="0" fill="hold" nodeType="withEffect">
                                  <p:stCondLst>
                                    <p:cond delay="0"/>
                                  </p:stCondLst>
                                  <p:childTnLst>
                                    <p:set>
                                      <p:cBhvr>
                                        <p:cTn id="33" dur="1" fill="hold">
                                          <p:stCondLst>
                                            <p:cond delay="0"/>
                                          </p:stCondLst>
                                        </p:cTn>
                                        <p:tgtEl>
                                          <p:spTgt spid="49171"/>
                                        </p:tgtEl>
                                        <p:attrNameLst>
                                          <p:attrName>style.visibility</p:attrName>
                                        </p:attrNameLst>
                                      </p:cBhvr>
                                      <p:to>
                                        <p:strVal val="visible"/>
                                      </p:to>
                                    </p:set>
                                    <p:animEffect transition="in" filter="fade">
                                      <p:cBhvr>
                                        <p:cTn id="34" dur="770" decel="100000"/>
                                        <p:tgtEl>
                                          <p:spTgt spid="49171"/>
                                        </p:tgtEl>
                                      </p:cBhvr>
                                    </p:animEffect>
                                    <p:animScale>
                                      <p:cBhvr>
                                        <p:cTn id="35" dur="770" decel="100000"/>
                                        <p:tgtEl>
                                          <p:spTgt spid="49171"/>
                                        </p:tgtEl>
                                      </p:cBhvr>
                                      <p:from x="10000" y="10000"/>
                                      <p:to x="200000" y="450000"/>
                                    </p:animScale>
                                    <p:animScale>
                                      <p:cBhvr>
                                        <p:cTn id="36" dur="1230" accel="100000" fill="hold">
                                          <p:stCondLst>
                                            <p:cond delay="770"/>
                                          </p:stCondLst>
                                        </p:cTn>
                                        <p:tgtEl>
                                          <p:spTgt spid="49171"/>
                                        </p:tgtEl>
                                      </p:cBhvr>
                                      <p:from x="200000" y="450000"/>
                                      <p:to x="100000" y="100000"/>
                                    </p:animScale>
                                    <p:set>
                                      <p:cBhvr>
                                        <p:cTn id="37" dur="770" fill="hold"/>
                                        <p:tgtEl>
                                          <p:spTgt spid="49171"/>
                                        </p:tgtEl>
                                        <p:attrNameLst>
                                          <p:attrName>ppt_x</p:attrName>
                                        </p:attrNameLst>
                                      </p:cBhvr>
                                      <p:to>
                                        <p:strVal val="(0.5)"/>
                                      </p:to>
                                    </p:set>
                                    <p:anim from="(0.5)" to="(#ppt_x)" calcmode="lin" valueType="num">
                                      <p:cBhvr>
                                        <p:cTn id="38" dur="1230" accel="100000" fill="hold">
                                          <p:stCondLst>
                                            <p:cond delay="770"/>
                                          </p:stCondLst>
                                        </p:cTn>
                                        <p:tgtEl>
                                          <p:spTgt spid="49171"/>
                                        </p:tgtEl>
                                        <p:attrNameLst>
                                          <p:attrName>ppt_x</p:attrName>
                                        </p:attrNameLst>
                                      </p:cBhvr>
                                    </p:anim>
                                    <p:set>
                                      <p:cBhvr>
                                        <p:cTn id="39" dur="770" fill="hold"/>
                                        <p:tgtEl>
                                          <p:spTgt spid="49171"/>
                                        </p:tgtEl>
                                        <p:attrNameLst>
                                          <p:attrName>ppt_y</p:attrName>
                                        </p:attrNameLst>
                                      </p:cBhvr>
                                      <p:to>
                                        <p:strVal val="(#ppt_y+0.4)"/>
                                      </p:to>
                                    </p:set>
                                    <p:anim from="(#ppt_y+0.4)" to="(#ppt_y)" calcmode="lin" valueType="num">
                                      <p:cBhvr>
                                        <p:cTn id="40" dur="1230" accel="100000" fill="hold">
                                          <p:stCondLst>
                                            <p:cond delay="770"/>
                                          </p:stCondLst>
                                        </p:cTn>
                                        <p:tgtEl>
                                          <p:spTgt spid="49171"/>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ECF26E15-5E66-0C0B-BA39-C79B7D6E1296}"/>
              </a:ext>
            </a:extLst>
          </p:cNvPr>
          <p:cNvSpPr>
            <a:spLocks noGrp="1" noChangeArrowheads="1"/>
          </p:cNvSpPr>
          <p:nvPr>
            <p:ph type="title"/>
          </p:nvPr>
        </p:nvSpPr>
        <p:spPr/>
        <p:txBody>
          <a:bodyPr/>
          <a:lstStyle/>
          <a:p>
            <a:r>
              <a:rPr lang="en-US" altLang="en-US" sz="4000" b="1">
                <a:effectLst>
                  <a:outerShdw blurRad="38100" dist="38100" dir="2700000" algn="tl">
                    <a:srgbClr val="C0C0C0"/>
                  </a:outerShdw>
                </a:effectLst>
                <a:latin typeface="Tahoma" panose="020B0604030504040204" pitchFamily="34" charset="0"/>
              </a:rPr>
              <a:t>ACCOMPLISHING FORGIVENESS</a:t>
            </a:r>
          </a:p>
        </p:txBody>
      </p:sp>
      <p:sp>
        <p:nvSpPr>
          <p:cNvPr id="12291" name="Rectangle 3">
            <a:extLst>
              <a:ext uri="{FF2B5EF4-FFF2-40B4-BE49-F238E27FC236}">
                <a16:creationId xmlns:a16="http://schemas.microsoft.com/office/drawing/2014/main" id="{D34B4200-A0FF-D93E-EE0D-1283A2E58C6D}"/>
              </a:ext>
            </a:extLst>
          </p:cNvPr>
          <p:cNvSpPr>
            <a:spLocks noGrp="1" noChangeArrowheads="1"/>
          </p:cNvSpPr>
          <p:nvPr>
            <p:ph type="body" idx="1"/>
          </p:nvPr>
        </p:nvSpPr>
        <p:spPr/>
        <p:txBody>
          <a:bodyPr/>
          <a:lstStyle/>
          <a:p>
            <a:pPr marL="990600" lvl="1" indent="-533400"/>
            <a:r>
              <a:rPr lang="en-US" altLang="en-US" b="1">
                <a:effectLst>
                  <a:outerShdw blurRad="38100" dist="38100" dir="2700000" algn="tl">
                    <a:srgbClr val="C0C0C0"/>
                  </a:outerShdw>
                </a:effectLst>
                <a:latin typeface="Tahoma" panose="020B0604030504040204" pitchFamily="34" charset="0"/>
              </a:rPr>
              <a:t>RESENTMENTS ARE BURIED IN OUR HEARTS WHEN:</a:t>
            </a:r>
          </a:p>
          <a:p>
            <a:pPr marL="609600" indent="-609600"/>
            <a:endParaRPr lang="en-US" altLang="en-US" b="1">
              <a:effectLst>
                <a:outerShdw blurRad="38100" dist="38100" dir="2700000" algn="tl">
                  <a:srgbClr val="C0C0C0"/>
                </a:outerShdw>
              </a:effectLst>
              <a:latin typeface="Tahoma" panose="020B0604030504040204" pitchFamily="34" charset="0"/>
            </a:endParaRPr>
          </a:p>
          <a:p>
            <a:pPr marL="1371600" lvl="2" indent="-457200">
              <a:buFont typeface="Tahoma" panose="020B0604030504040204" pitchFamily="34" charset="0"/>
              <a:buAutoNum type="arabicPeriod"/>
            </a:pPr>
            <a:r>
              <a:rPr lang="en-US" altLang="en-US" b="1">
                <a:effectLst>
                  <a:outerShdw blurRad="38100" dist="38100" dir="2700000" algn="tl">
                    <a:srgbClr val="C0C0C0"/>
                  </a:outerShdw>
                </a:effectLst>
                <a:latin typeface="Tahoma" panose="020B0604030504040204" pitchFamily="34" charset="0"/>
              </a:rPr>
              <a:t>WE ARE TOO YOUNG TO UNDERSTAND OUR ANGER, OR TO KNOW HOW TO PRAY OR EXPRESS FORGIVENESS</a:t>
            </a:r>
          </a:p>
          <a:p>
            <a:pPr marL="1371600" lvl="2" indent="-457200">
              <a:buFont typeface="Tahoma" panose="020B0604030504040204" pitchFamily="34" charset="0"/>
              <a:buAutoNum type="arabicPeriod"/>
            </a:pPr>
            <a:endParaRPr lang="en-US" altLang="en-US" b="1">
              <a:effectLst>
                <a:outerShdw blurRad="38100" dist="38100" dir="2700000" algn="tl">
                  <a:srgbClr val="C0C0C0"/>
                </a:outerShdw>
              </a:effectLst>
              <a:latin typeface="Tahoma" panose="020B0604030504040204" pitchFamily="34" charset="0"/>
            </a:endParaRPr>
          </a:p>
          <a:p>
            <a:pPr marL="1371600" lvl="2" indent="-457200">
              <a:buFont typeface="Tahoma" panose="020B0604030504040204" pitchFamily="34" charset="0"/>
              <a:buAutoNum type="arabicPeriod"/>
            </a:pPr>
            <a:r>
              <a:rPr lang="en-US" altLang="en-US" b="1">
                <a:effectLst>
                  <a:outerShdw blurRad="38100" dist="38100" dir="2700000" algn="tl">
                    <a:srgbClr val="C0C0C0"/>
                  </a:outerShdw>
                </a:effectLst>
                <a:latin typeface="Tahoma" panose="020B0604030504040204" pitchFamily="34" charset="0"/>
              </a:rPr>
              <a:t>WE DO NOT RECOGNIZE THAT WE ARE ANGRY or HURT</a:t>
            </a:r>
          </a:p>
          <a:p>
            <a:pPr marL="609600" indent="-609600"/>
            <a:endParaRPr lang="en-US" altLang="en-US" b="1">
              <a:effectLst>
                <a:outerShdw blurRad="38100" dist="38100" dir="2700000" algn="tl">
                  <a:srgbClr val="C0C0C0"/>
                </a:outerShdw>
              </a:effectLst>
              <a:latin typeface="Tahoma" panose="020B060403050404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29D0738E-0472-7C8E-866E-F6B1E247A710}"/>
              </a:ext>
            </a:extLst>
          </p:cNvPr>
          <p:cNvSpPr>
            <a:spLocks noGrp="1" noChangeArrowheads="1"/>
          </p:cNvSpPr>
          <p:nvPr>
            <p:ph type="title"/>
          </p:nvPr>
        </p:nvSpPr>
        <p:spPr/>
        <p:txBody>
          <a:bodyPr/>
          <a:lstStyle/>
          <a:p>
            <a:r>
              <a:rPr lang="en-US" altLang="en-US" sz="4000" b="1" dirty="0">
                <a:effectLst>
                  <a:outerShdw blurRad="38100" dist="38100" dir="2700000" algn="tl">
                    <a:srgbClr val="C0C0C0"/>
                  </a:outerShdw>
                </a:effectLst>
                <a:latin typeface="Tahoma" panose="020B0604030504040204" pitchFamily="34" charset="0"/>
              </a:rPr>
              <a:t>ACCOMPLISHING FORGIVENESS</a:t>
            </a:r>
          </a:p>
        </p:txBody>
      </p:sp>
      <p:sp>
        <p:nvSpPr>
          <p:cNvPr id="13315" name="Rectangle 3">
            <a:extLst>
              <a:ext uri="{FF2B5EF4-FFF2-40B4-BE49-F238E27FC236}">
                <a16:creationId xmlns:a16="http://schemas.microsoft.com/office/drawing/2014/main" id="{E55D61F9-88E0-3CCE-54C2-99777BF316F0}"/>
              </a:ext>
            </a:extLst>
          </p:cNvPr>
          <p:cNvSpPr>
            <a:spLocks noGrp="1" noChangeArrowheads="1"/>
          </p:cNvSpPr>
          <p:nvPr>
            <p:ph type="body" idx="1"/>
          </p:nvPr>
        </p:nvSpPr>
        <p:spPr/>
        <p:txBody>
          <a:bodyPr/>
          <a:lstStyle/>
          <a:p>
            <a:pPr marL="1371600" lvl="2" indent="-457200">
              <a:buFont typeface="Tahoma" panose="020B0604030504040204" pitchFamily="34" charset="0"/>
              <a:buAutoNum type="arabicPeriod" startAt="3"/>
            </a:pPr>
            <a:r>
              <a:rPr lang="en-US" altLang="en-US" b="1" dirty="0">
                <a:effectLst>
                  <a:outerShdw blurRad="38100" dist="38100" dir="2700000" algn="tl">
                    <a:srgbClr val="C0C0C0"/>
                  </a:outerShdw>
                </a:effectLst>
                <a:latin typeface="Tahoma" panose="020B0604030504040204" pitchFamily="34" charset="0"/>
              </a:rPr>
              <a:t>WE RATIONALIZE, “I CAN HANDLE IT” or “EVERYTHING IS OK” OR “I HAVE SAID/DONE EVERYTHING, AND I AM FINE”</a:t>
            </a:r>
          </a:p>
          <a:p>
            <a:pPr marL="1371600" lvl="2" indent="-457200">
              <a:buFont typeface="Tahoma" panose="020B0604030504040204" pitchFamily="34" charset="0"/>
              <a:buAutoNum type="arabicPeriod" startAt="3"/>
            </a:pPr>
            <a:endParaRPr lang="en-US" altLang="en-US" b="1" dirty="0">
              <a:effectLst>
                <a:outerShdw blurRad="38100" dist="38100" dir="2700000" algn="tl">
                  <a:srgbClr val="C0C0C0"/>
                </a:outerShdw>
              </a:effectLst>
              <a:latin typeface="Tahoma" panose="020B0604030504040204" pitchFamily="34" charset="0"/>
            </a:endParaRPr>
          </a:p>
          <a:p>
            <a:pPr marL="1371600" lvl="2" indent="-457200">
              <a:buFont typeface="Tahoma" panose="020B0604030504040204" pitchFamily="34" charset="0"/>
              <a:buAutoNum type="arabicPeriod" startAt="3"/>
            </a:pPr>
            <a:r>
              <a:rPr lang="en-US" altLang="en-US" b="1" dirty="0">
                <a:effectLst>
                  <a:outerShdw blurRad="38100" dist="38100" dir="2700000" algn="tl">
                    <a:srgbClr val="C0C0C0"/>
                  </a:outerShdw>
                </a:effectLst>
                <a:latin typeface="Tahoma" panose="020B0604030504040204" pitchFamily="34" charset="0"/>
              </a:rPr>
              <a:t>WE REFUSE TO FORGIVE IMMEDIATELY</a:t>
            </a:r>
          </a:p>
          <a:p>
            <a:pPr marL="609600" indent="-609600"/>
            <a:endParaRPr lang="en-US" altLang="en-US" b="1" dirty="0">
              <a:effectLst>
                <a:outerShdw blurRad="38100" dist="38100" dir="2700000" algn="tl">
                  <a:srgbClr val="C0C0C0"/>
                </a:outerShdw>
              </a:effectLst>
              <a:latin typeface="Tahoma" panose="020B0604030504040204" pitchFamily="34" charset="0"/>
            </a:endParaRPr>
          </a:p>
          <a:p>
            <a:pPr marL="609600" indent="-609600"/>
            <a:endParaRPr lang="en-US" altLang="en-US" b="1" dirty="0">
              <a:effectLst>
                <a:outerShdw blurRad="38100" dist="38100" dir="2700000" algn="tl">
                  <a:srgbClr val="C0C0C0"/>
                </a:outerShdw>
              </a:effectLst>
              <a:latin typeface="Tahoma" panose="020B060403050404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A6F61-B292-F133-A483-C712F46B6428}"/>
              </a:ext>
            </a:extLst>
          </p:cNvPr>
          <p:cNvSpPr>
            <a:spLocks noGrp="1"/>
          </p:cNvSpPr>
          <p:nvPr>
            <p:ph type="title"/>
          </p:nvPr>
        </p:nvSpPr>
        <p:spPr/>
        <p:txBody>
          <a:bodyPr/>
          <a:lstStyle/>
          <a:p>
            <a:r>
              <a:rPr lang="en-US" altLang="en-US" sz="4400" b="1" dirty="0">
                <a:effectLst>
                  <a:outerShdw blurRad="38100" dist="38100" dir="2700000" algn="tl">
                    <a:srgbClr val="C0C0C0"/>
                  </a:outerShdw>
                </a:effectLst>
                <a:latin typeface="Tahoma" panose="020B0604030504040204" pitchFamily="34" charset="0"/>
              </a:rPr>
              <a:t>ACCOMPLISHING FORGIVENESS</a:t>
            </a:r>
            <a:endParaRPr lang="en-US" dirty="0"/>
          </a:p>
        </p:txBody>
      </p:sp>
      <p:sp>
        <p:nvSpPr>
          <p:cNvPr id="3" name="Content Placeholder 2">
            <a:extLst>
              <a:ext uri="{FF2B5EF4-FFF2-40B4-BE49-F238E27FC236}">
                <a16:creationId xmlns:a16="http://schemas.microsoft.com/office/drawing/2014/main" id="{44819A7E-41CA-2772-6740-2FD29240DB43}"/>
              </a:ext>
            </a:extLst>
          </p:cNvPr>
          <p:cNvSpPr>
            <a:spLocks noGrp="1"/>
          </p:cNvSpPr>
          <p:nvPr>
            <p:ph idx="1"/>
          </p:nvPr>
        </p:nvSpPr>
        <p:spPr/>
        <p:txBody>
          <a:bodyPr/>
          <a:lstStyle/>
          <a:p>
            <a:pPr marL="0" indent="0" eaLnBrk="1" fontAlgn="auto" hangingPunct="1">
              <a:buClr>
                <a:schemeClr val="accent1">
                  <a:lumMod val="75000"/>
                </a:schemeClr>
              </a:buClr>
              <a:buFont typeface="Arial"/>
              <a:buNone/>
              <a:defRPr/>
            </a:pPr>
            <a:r>
              <a:rPr lang="en-US" sz="3200" b="1" u="sng" dirty="0">
                <a:latin typeface="Tahoma" panose="020B0604030504040204" pitchFamily="34" charset="0"/>
                <a:ea typeface="Tahoma" panose="020B0604030504040204" pitchFamily="34" charset="0"/>
                <a:cs typeface="Tahoma" panose="020B0604030504040204" pitchFamily="34" charset="0"/>
              </a:rPr>
              <a:t>FORGIVENESS IS NOT:</a:t>
            </a:r>
          </a:p>
          <a:p>
            <a:pPr eaLnBrk="1" fontAlgn="auto" hangingPunct="1">
              <a:buClr>
                <a:schemeClr val="accent1">
                  <a:lumMod val="75000"/>
                </a:schemeClr>
              </a:buClr>
              <a:buFont typeface="Arial"/>
              <a:buChar char="•"/>
              <a:defRPr/>
            </a:pPr>
            <a:r>
              <a:rPr lang="en-US" sz="3200" b="1" dirty="0">
                <a:latin typeface="Tahoma" panose="020B0604030504040204" pitchFamily="34" charset="0"/>
                <a:ea typeface="Tahoma" panose="020B0604030504040204" pitchFamily="34" charset="0"/>
                <a:cs typeface="Tahoma" panose="020B0604030504040204" pitchFamily="34" charset="0"/>
              </a:rPr>
              <a:t>Approval of what they did</a:t>
            </a:r>
          </a:p>
          <a:p>
            <a:pPr eaLnBrk="1" fontAlgn="auto" hangingPunct="1">
              <a:buClr>
                <a:schemeClr val="accent1">
                  <a:lumMod val="75000"/>
                </a:schemeClr>
              </a:buClr>
              <a:buFont typeface="Arial"/>
              <a:buChar char="•"/>
              <a:defRPr/>
            </a:pPr>
            <a:r>
              <a:rPr lang="en-US" sz="3200" b="1" dirty="0">
                <a:latin typeface="Tahoma" panose="020B0604030504040204" pitchFamily="34" charset="0"/>
                <a:ea typeface="Tahoma" panose="020B0604030504040204" pitchFamily="34" charset="0"/>
                <a:cs typeface="Tahoma" panose="020B0604030504040204" pitchFamily="34" charset="0"/>
              </a:rPr>
              <a:t>Excusing what they did</a:t>
            </a:r>
          </a:p>
          <a:p>
            <a:pPr eaLnBrk="1" fontAlgn="auto" hangingPunct="1">
              <a:buClr>
                <a:schemeClr val="accent1">
                  <a:lumMod val="75000"/>
                </a:schemeClr>
              </a:buClr>
              <a:buFont typeface="Arial"/>
              <a:buChar char="•"/>
              <a:defRPr/>
            </a:pPr>
            <a:r>
              <a:rPr lang="en-US" sz="3200" b="1" dirty="0">
                <a:latin typeface="Tahoma" panose="020B0604030504040204" pitchFamily="34" charset="0"/>
                <a:ea typeface="Tahoma" panose="020B0604030504040204" pitchFamily="34" charset="0"/>
                <a:cs typeface="Tahoma" panose="020B0604030504040204" pitchFamily="34" charset="0"/>
              </a:rPr>
              <a:t>Justifying what they did</a:t>
            </a:r>
          </a:p>
          <a:p>
            <a:pPr eaLnBrk="1" fontAlgn="auto" hangingPunct="1">
              <a:buClr>
                <a:schemeClr val="accent1">
                  <a:lumMod val="75000"/>
                </a:schemeClr>
              </a:buClr>
              <a:buFont typeface="Arial"/>
              <a:buChar char="•"/>
              <a:defRPr/>
            </a:pPr>
            <a:r>
              <a:rPr lang="en-US" sz="3200" b="1" dirty="0">
                <a:latin typeface="Tahoma" panose="020B0604030504040204" pitchFamily="34" charset="0"/>
                <a:ea typeface="Tahoma" panose="020B0604030504040204" pitchFamily="34" charset="0"/>
                <a:cs typeface="Tahoma" panose="020B0604030504040204" pitchFamily="34" charset="0"/>
              </a:rPr>
              <a:t>Pardoning what they did</a:t>
            </a:r>
          </a:p>
          <a:p>
            <a:pPr eaLnBrk="1" fontAlgn="auto" hangingPunct="1">
              <a:buClr>
                <a:schemeClr val="accent1">
                  <a:lumMod val="75000"/>
                </a:schemeClr>
              </a:buClr>
              <a:buFont typeface="Arial"/>
              <a:buChar char="•"/>
              <a:defRPr/>
            </a:pPr>
            <a:r>
              <a:rPr lang="en-US" sz="3200" b="1" dirty="0">
                <a:latin typeface="Tahoma" panose="020B0604030504040204" pitchFamily="34" charset="0"/>
                <a:ea typeface="Tahoma" panose="020B0604030504040204" pitchFamily="34" charset="0"/>
                <a:cs typeface="Tahoma" panose="020B0604030504040204" pitchFamily="34" charset="0"/>
              </a:rPr>
              <a:t>Reconciliation</a:t>
            </a:r>
          </a:p>
          <a:p>
            <a:endParaRPr lang="en-US" dirty="0"/>
          </a:p>
        </p:txBody>
      </p:sp>
    </p:spTree>
    <p:extLst>
      <p:ext uri="{BB962C8B-B14F-4D97-AF65-F5344CB8AC3E}">
        <p14:creationId xmlns:p14="http://schemas.microsoft.com/office/powerpoint/2010/main" val="24213242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CF617-347F-801A-A28B-063388632DD1}"/>
              </a:ext>
            </a:extLst>
          </p:cNvPr>
          <p:cNvSpPr>
            <a:spLocks noGrp="1"/>
          </p:cNvSpPr>
          <p:nvPr>
            <p:ph type="title"/>
          </p:nvPr>
        </p:nvSpPr>
        <p:spPr/>
        <p:txBody>
          <a:bodyPr/>
          <a:lstStyle/>
          <a:p>
            <a:r>
              <a:rPr lang="en-US" altLang="en-US" sz="4400" b="1" dirty="0">
                <a:effectLst>
                  <a:outerShdw blurRad="38100" dist="38100" dir="2700000" algn="tl">
                    <a:srgbClr val="C0C0C0"/>
                  </a:outerShdw>
                </a:effectLst>
                <a:latin typeface="Tahoma" panose="020B0604030504040204" pitchFamily="34" charset="0"/>
              </a:rPr>
              <a:t>ACCOMPLISHING FORGIVENESS</a:t>
            </a:r>
            <a:endParaRPr lang="en-US" dirty="0"/>
          </a:p>
        </p:txBody>
      </p:sp>
      <p:sp>
        <p:nvSpPr>
          <p:cNvPr id="3" name="Content Placeholder 2">
            <a:extLst>
              <a:ext uri="{FF2B5EF4-FFF2-40B4-BE49-F238E27FC236}">
                <a16:creationId xmlns:a16="http://schemas.microsoft.com/office/drawing/2014/main" id="{83645C4D-0D4A-DA33-C5E7-3811F409E2F9}"/>
              </a:ext>
            </a:extLst>
          </p:cNvPr>
          <p:cNvSpPr>
            <a:spLocks noGrp="1"/>
          </p:cNvSpPr>
          <p:nvPr>
            <p:ph idx="1"/>
          </p:nvPr>
        </p:nvSpPr>
        <p:spPr/>
        <p:txBody>
          <a:bodyPr/>
          <a:lstStyle/>
          <a:p>
            <a:pPr marL="0" indent="0" eaLnBrk="1" fontAlgn="auto" hangingPunct="1">
              <a:buClr>
                <a:schemeClr val="accent1">
                  <a:lumMod val="75000"/>
                </a:schemeClr>
              </a:buClr>
              <a:buFont typeface="Arial"/>
              <a:buNone/>
              <a:defRPr/>
            </a:pPr>
            <a:r>
              <a:rPr lang="en-US" sz="3200" b="1" u="sng" dirty="0">
                <a:latin typeface="Tahoma" panose="020B0604030504040204" pitchFamily="34" charset="0"/>
                <a:ea typeface="Tahoma" panose="020B0604030504040204" pitchFamily="34" charset="0"/>
                <a:cs typeface="Tahoma" panose="020B0604030504040204" pitchFamily="34" charset="0"/>
              </a:rPr>
              <a:t>FORGIVENESS IS NOT:</a:t>
            </a:r>
          </a:p>
          <a:p>
            <a:pPr eaLnBrk="1" fontAlgn="auto" hangingPunct="1">
              <a:buClr>
                <a:schemeClr val="accent1">
                  <a:lumMod val="75000"/>
                </a:schemeClr>
              </a:buClr>
              <a:buFont typeface="Arial"/>
              <a:buChar char="•"/>
              <a:defRPr/>
            </a:pPr>
            <a:r>
              <a:rPr lang="en-US" sz="3200" b="1" dirty="0">
                <a:latin typeface="Tahoma" panose="020B0604030504040204" pitchFamily="34" charset="0"/>
                <a:ea typeface="Tahoma" panose="020B0604030504040204" pitchFamily="34" charset="0"/>
                <a:cs typeface="Tahoma" panose="020B0604030504040204" pitchFamily="34" charset="0"/>
              </a:rPr>
              <a:t>Denying what they did</a:t>
            </a:r>
          </a:p>
          <a:p>
            <a:pPr eaLnBrk="1" fontAlgn="auto" hangingPunct="1">
              <a:buClr>
                <a:schemeClr val="accent1">
                  <a:lumMod val="75000"/>
                </a:schemeClr>
              </a:buClr>
              <a:buFont typeface="Arial"/>
              <a:buChar char="•"/>
              <a:defRPr/>
            </a:pPr>
            <a:r>
              <a:rPr lang="en-US" sz="3200" b="1" dirty="0">
                <a:latin typeface="Tahoma" panose="020B0604030504040204" pitchFamily="34" charset="0"/>
                <a:ea typeface="Tahoma" panose="020B0604030504040204" pitchFamily="34" charset="0"/>
                <a:cs typeface="Tahoma" panose="020B0604030504040204" pitchFamily="34" charset="0"/>
              </a:rPr>
              <a:t>Blindness to what they did</a:t>
            </a:r>
          </a:p>
          <a:p>
            <a:pPr eaLnBrk="1" fontAlgn="auto" hangingPunct="1">
              <a:buClr>
                <a:schemeClr val="accent1">
                  <a:lumMod val="75000"/>
                </a:schemeClr>
              </a:buClr>
              <a:buFont typeface="Arial"/>
              <a:buChar char="•"/>
              <a:defRPr/>
            </a:pPr>
            <a:r>
              <a:rPr lang="en-US" sz="3200" b="1" dirty="0">
                <a:latin typeface="Tahoma" panose="020B0604030504040204" pitchFamily="34" charset="0"/>
                <a:ea typeface="Tahoma" panose="020B0604030504040204" pitchFamily="34" charset="0"/>
                <a:cs typeface="Tahoma" panose="020B0604030504040204" pitchFamily="34" charset="0"/>
              </a:rPr>
              <a:t>Forgetting</a:t>
            </a:r>
          </a:p>
          <a:p>
            <a:pPr eaLnBrk="1" fontAlgn="auto" hangingPunct="1">
              <a:buClr>
                <a:schemeClr val="accent1">
                  <a:lumMod val="75000"/>
                </a:schemeClr>
              </a:buClr>
              <a:buFont typeface="Arial"/>
              <a:buChar char="•"/>
              <a:defRPr/>
            </a:pPr>
            <a:r>
              <a:rPr lang="en-US" sz="3200" b="1" dirty="0">
                <a:latin typeface="Tahoma" panose="020B0604030504040204" pitchFamily="34" charset="0"/>
                <a:ea typeface="Tahoma" panose="020B0604030504040204" pitchFamily="34" charset="0"/>
                <a:cs typeface="Tahoma" panose="020B0604030504040204" pitchFamily="34" charset="0"/>
              </a:rPr>
              <a:t>Refusing to take the wrong seriously</a:t>
            </a:r>
          </a:p>
          <a:p>
            <a:pPr eaLnBrk="1" fontAlgn="auto" hangingPunct="1">
              <a:buClr>
                <a:schemeClr val="accent1">
                  <a:lumMod val="75000"/>
                </a:schemeClr>
              </a:buClr>
              <a:buFont typeface="Arial"/>
              <a:buChar char="•"/>
              <a:defRPr/>
            </a:pPr>
            <a:r>
              <a:rPr lang="en-US" sz="3200" b="1" dirty="0">
                <a:latin typeface="Tahoma" panose="020B0604030504040204" pitchFamily="34" charset="0"/>
                <a:ea typeface="Tahoma" panose="020B0604030504040204" pitchFamily="34" charset="0"/>
                <a:cs typeface="Tahoma" panose="020B0604030504040204" pitchFamily="34" charset="0"/>
              </a:rPr>
              <a:t>Pretending we are not hurt</a:t>
            </a:r>
          </a:p>
          <a:p>
            <a:endParaRPr lang="en-US" dirty="0"/>
          </a:p>
        </p:txBody>
      </p:sp>
    </p:spTree>
    <p:extLst>
      <p:ext uri="{BB962C8B-B14F-4D97-AF65-F5344CB8AC3E}">
        <p14:creationId xmlns:p14="http://schemas.microsoft.com/office/powerpoint/2010/main" val="2101641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3DDF3-E642-B16A-79A9-AED5B0463CA9}"/>
              </a:ext>
            </a:extLst>
          </p:cNvPr>
          <p:cNvSpPr>
            <a:spLocks noGrp="1"/>
          </p:cNvSpPr>
          <p:nvPr>
            <p:ph type="title"/>
          </p:nvPr>
        </p:nvSpPr>
        <p:spPr/>
        <p:txBody>
          <a:bodyPr/>
          <a:lstStyle/>
          <a:p>
            <a:r>
              <a:rPr lang="en-US" altLang="en-US" sz="4400" b="1" dirty="0">
                <a:effectLst>
                  <a:outerShdw blurRad="38100" dist="38100" dir="2700000" algn="tl">
                    <a:srgbClr val="C0C0C0"/>
                  </a:outerShdw>
                </a:effectLst>
                <a:latin typeface="Tahoma" panose="020B0604030504040204" pitchFamily="34" charset="0"/>
              </a:rPr>
              <a:t>ACCOMPLISHING FORGIVENESS</a:t>
            </a:r>
            <a:endParaRPr lang="en-US" dirty="0"/>
          </a:p>
        </p:txBody>
      </p:sp>
      <p:sp>
        <p:nvSpPr>
          <p:cNvPr id="3" name="Content Placeholder 2">
            <a:extLst>
              <a:ext uri="{FF2B5EF4-FFF2-40B4-BE49-F238E27FC236}">
                <a16:creationId xmlns:a16="http://schemas.microsoft.com/office/drawing/2014/main" id="{6E92DA9D-0DD9-3E1F-7F57-4ED274F95D80}"/>
              </a:ext>
            </a:extLst>
          </p:cNvPr>
          <p:cNvSpPr>
            <a:spLocks noGrp="1"/>
          </p:cNvSpPr>
          <p:nvPr>
            <p:ph idx="1"/>
          </p:nvPr>
        </p:nvSpPr>
        <p:spPr/>
        <p:txBody>
          <a:bodyPr/>
          <a:lstStyle/>
          <a:p>
            <a:pPr marL="0" indent="0" eaLnBrk="1" fontAlgn="auto" hangingPunct="1">
              <a:buClr>
                <a:schemeClr val="accent1">
                  <a:lumMod val="75000"/>
                </a:schemeClr>
              </a:buClr>
              <a:buFont typeface="Arial"/>
              <a:buNone/>
              <a:defRPr/>
            </a:pPr>
            <a:r>
              <a:rPr lang="en-US" b="1" u="sng" dirty="0">
                <a:latin typeface="Tahoma" panose="020B0604030504040204" pitchFamily="34" charset="0"/>
                <a:ea typeface="Tahoma" panose="020B0604030504040204" pitchFamily="34" charset="0"/>
                <a:cs typeface="Tahoma" panose="020B0604030504040204" pitchFamily="34" charset="0"/>
              </a:rPr>
              <a:t>OBSTACLES TO FORGIVENESS:</a:t>
            </a:r>
          </a:p>
          <a:p>
            <a:pPr eaLnBrk="1" fontAlgn="auto" hangingPunct="1">
              <a:buClr>
                <a:schemeClr val="accent1">
                  <a:lumMod val="75000"/>
                </a:schemeClr>
              </a:buClr>
              <a:buFont typeface="Arial"/>
              <a:buChar char="•"/>
              <a:defRPr/>
            </a:pPr>
            <a:r>
              <a:rPr lang="en-US" b="1" dirty="0">
                <a:latin typeface="Tahoma" panose="020B0604030504040204" pitchFamily="34" charset="0"/>
                <a:ea typeface="Tahoma" panose="020B0604030504040204" pitchFamily="34" charset="0"/>
                <a:cs typeface="Tahoma" panose="020B0604030504040204" pitchFamily="34" charset="0"/>
              </a:rPr>
              <a:t>DENIAL</a:t>
            </a:r>
          </a:p>
          <a:p>
            <a:pPr eaLnBrk="1" fontAlgn="auto" hangingPunct="1">
              <a:buClr>
                <a:schemeClr val="accent1">
                  <a:lumMod val="75000"/>
                </a:schemeClr>
              </a:buClr>
              <a:buFont typeface="Arial"/>
              <a:buChar char="•"/>
              <a:defRPr/>
            </a:pPr>
            <a:r>
              <a:rPr lang="en-US" b="1" dirty="0">
                <a:latin typeface="Tahoma" panose="020B0604030504040204" pitchFamily="34" charset="0"/>
                <a:ea typeface="Tahoma" panose="020B0604030504040204" pitchFamily="34" charset="0"/>
                <a:cs typeface="Tahoma" panose="020B0604030504040204" pitchFamily="34" charset="0"/>
              </a:rPr>
              <a:t>ANGER</a:t>
            </a:r>
          </a:p>
          <a:p>
            <a:pPr eaLnBrk="1" fontAlgn="auto" hangingPunct="1">
              <a:buClr>
                <a:schemeClr val="accent1">
                  <a:lumMod val="75000"/>
                </a:schemeClr>
              </a:buClr>
              <a:buFont typeface="Arial"/>
              <a:buChar char="•"/>
              <a:defRPr/>
            </a:pPr>
            <a:r>
              <a:rPr lang="en-US" b="1" dirty="0">
                <a:latin typeface="Tahoma" panose="020B0604030504040204" pitchFamily="34" charset="0"/>
                <a:ea typeface="Tahoma" panose="020B0604030504040204" pitchFamily="34" charset="0"/>
                <a:cs typeface="Tahoma" panose="020B0604030504040204" pitchFamily="34" charset="0"/>
              </a:rPr>
              <a:t>BLAMING</a:t>
            </a:r>
          </a:p>
          <a:p>
            <a:pPr eaLnBrk="1" fontAlgn="auto" hangingPunct="1">
              <a:buClr>
                <a:schemeClr val="accent1">
                  <a:lumMod val="75000"/>
                </a:schemeClr>
              </a:buClr>
              <a:buFont typeface="Arial"/>
              <a:buChar char="•"/>
              <a:defRPr/>
            </a:pPr>
            <a:r>
              <a:rPr lang="en-US" b="1" dirty="0">
                <a:latin typeface="Tahoma" panose="020B0604030504040204" pitchFamily="34" charset="0"/>
                <a:ea typeface="Tahoma" panose="020B0604030504040204" pitchFamily="34" charset="0"/>
                <a:cs typeface="Tahoma" panose="020B0604030504040204" pitchFamily="34" charset="0"/>
              </a:rPr>
              <a:t>VENGEANCE</a:t>
            </a:r>
          </a:p>
          <a:p>
            <a:endParaRPr lang="en-US" dirty="0"/>
          </a:p>
        </p:txBody>
      </p:sp>
    </p:spTree>
    <p:extLst>
      <p:ext uri="{BB962C8B-B14F-4D97-AF65-F5344CB8AC3E}">
        <p14:creationId xmlns:p14="http://schemas.microsoft.com/office/powerpoint/2010/main" val="3403263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9C13D-ED03-AAF9-9E29-BB7A1304F073}"/>
              </a:ext>
            </a:extLst>
          </p:cNvPr>
          <p:cNvSpPr>
            <a:spLocks noGrp="1"/>
          </p:cNvSpPr>
          <p:nvPr>
            <p:ph type="title"/>
          </p:nvPr>
        </p:nvSpPr>
        <p:spPr/>
        <p:txBody>
          <a:bodyPr/>
          <a:lstStyle/>
          <a:p>
            <a:r>
              <a:rPr lang="en-US" altLang="en-US" sz="4400" b="1" dirty="0">
                <a:effectLst>
                  <a:outerShdw blurRad="38100" dist="38100" dir="2700000" algn="tl">
                    <a:srgbClr val="C0C0C0"/>
                  </a:outerShdw>
                </a:effectLst>
                <a:latin typeface="Tahoma" panose="020B0604030504040204" pitchFamily="34" charset="0"/>
              </a:rPr>
              <a:t>ACCOMPLISHING FORGIVENESS</a:t>
            </a:r>
            <a:endParaRPr lang="en-US" dirty="0"/>
          </a:p>
        </p:txBody>
      </p:sp>
      <p:sp>
        <p:nvSpPr>
          <p:cNvPr id="3" name="Content Placeholder 2">
            <a:extLst>
              <a:ext uri="{FF2B5EF4-FFF2-40B4-BE49-F238E27FC236}">
                <a16:creationId xmlns:a16="http://schemas.microsoft.com/office/drawing/2014/main" id="{0A8D1E95-D581-F0C2-5268-D2D22B2C2030}"/>
              </a:ext>
            </a:extLst>
          </p:cNvPr>
          <p:cNvSpPr>
            <a:spLocks noGrp="1"/>
          </p:cNvSpPr>
          <p:nvPr>
            <p:ph idx="1"/>
          </p:nvPr>
        </p:nvSpPr>
        <p:spPr/>
        <p:txBody>
          <a:bodyPr/>
          <a:lstStyle/>
          <a:p>
            <a:pPr marL="0" indent="0" eaLnBrk="1" fontAlgn="auto" hangingPunct="1">
              <a:buClr>
                <a:schemeClr val="accent1">
                  <a:lumMod val="75000"/>
                </a:schemeClr>
              </a:buClr>
              <a:buFont typeface="Arial"/>
              <a:buNone/>
              <a:defRPr/>
            </a:pPr>
            <a:r>
              <a:rPr lang="en-US" b="1" u="sng" dirty="0">
                <a:latin typeface="Tahoma" panose="020B0604030504040204" pitchFamily="34" charset="0"/>
                <a:ea typeface="Tahoma" panose="020B0604030504040204" pitchFamily="34" charset="0"/>
                <a:cs typeface="Tahoma" panose="020B0604030504040204" pitchFamily="34" charset="0"/>
              </a:rPr>
              <a:t>OBSTACLES TO FORGIVENESS:</a:t>
            </a:r>
          </a:p>
          <a:p>
            <a:pPr eaLnBrk="1" fontAlgn="auto" hangingPunct="1">
              <a:buClr>
                <a:schemeClr val="accent1">
                  <a:lumMod val="75000"/>
                </a:schemeClr>
              </a:buClr>
              <a:buFont typeface="Arial"/>
              <a:buChar char="•"/>
              <a:defRPr/>
            </a:pPr>
            <a:r>
              <a:rPr lang="en-US" b="1" dirty="0">
                <a:latin typeface="Tahoma" panose="020B0604030504040204" pitchFamily="34" charset="0"/>
                <a:ea typeface="Tahoma" panose="020B0604030504040204" pitchFamily="34" charset="0"/>
                <a:cs typeface="Tahoma" panose="020B0604030504040204" pitchFamily="34" charset="0"/>
              </a:rPr>
              <a:t>BITTER ROOT JUDGMENT</a:t>
            </a:r>
          </a:p>
          <a:p>
            <a:pPr eaLnBrk="1" fontAlgn="auto" hangingPunct="1">
              <a:buClr>
                <a:schemeClr val="accent1">
                  <a:lumMod val="75000"/>
                </a:schemeClr>
              </a:buClr>
              <a:buFont typeface="Arial"/>
              <a:buChar char="•"/>
              <a:defRPr/>
            </a:pPr>
            <a:r>
              <a:rPr lang="en-US" b="1" dirty="0">
                <a:latin typeface="Tahoma" panose="020B0604030504040204" pitchFamily="34" charset="0"/>
                <a:ea typeface="Tahoma" panose="020B0604030504040204" pitchFamily="34" charset="0"/>
                <a:cs typeface="Tahoma" panose="020B0604030504040204" pitchFamily="34" charset="0"/>
              </a:rPr>
              <a:t>THE WHAT IFS</a:t>
            </a:r>
          </a:p>
          <a:p>
            <a:pPr eaLnBrk="1" fontAlgn="auto" hangingPunct="1">
              <a:buClr>
                <a:schemeClr val="accent1">
                  <a:lumMod val="75000"/>
                </a:schemeClr>
              </a:buClr>
              <a:buFont typeface="Arial"/>
              <a:buChar char="•"/>
              <a:defRPr/>
            </a:pPr>
            <a:r>
              <a:rPr lang="en-US" b="1" dirty="0">
                <a:latin typeface="Tahoma" panose="020B0604030504040204" pitchFamily="34" charset="0"/>
                <a:ea typeface="Tahoma" panose="020B0604030504040204" pitchFamily="34" charset="0"/>
                <a:cs typeface="Tahoma" panose="020B0604030504040204" pitchFamily="34" charset="0"/>
              </a:rPr>
              <a:t>IF THE PERSON HAS DIED</a:t>
            </a:r>
          </a:p>
          <a:p>
            <a:pPr eaLnBrk="1" fontAlgn="auto" hangingPunct="1">
              <a:buClr>
                <a:schemeClr val="accent1">
                  <a:lumMod val="75000"/>
                </a:schemeClr>
              </a:buClr>
              <a:buFont typeface="Arial"/>
              <a:buChar char="•"/>
              <a:defRPr/>
            </a:pPr>
            <a:r>
              <a:rPr lang="en-US" b="1" dirty="0">
                <a:latin typeface="Tahoma" panose="020B0604030504040204" pitchFamily="34" charset="0"/>
                <a:ea typeface="Tahoma" panose="020B0604030504040204" pitchFamily="34" charset="0"/>
                <a:cs typeface="Tahoma" panose="020B0604030504040204" pitchFamily="34" charset="0"/>
              </a:rPr>
              <a:t>FORGIVING SELF</a:t>
            </a:r>
          </a:p>
          <a:p>
            <a:endParaRPr lang="en-US" dirty="0"/>
          </a:p>
        </p:txBody>
      </p:sp>
    </p:spTree>
    <p:extLst>
      <p:ext uri="{BB962C8B-B14F-4D97-AF65-F5344CB8AC3E}">
        <p14:creationId xmlns:p14="http://schemas.microsoft.com/office/powerpoint/2010/main" val="611942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86C633C6-231C-CBD0-23AE-F6A238E85533}"/>
              </a:ext>
            </a:extLst>
          </p:cNvPr>
          <p:cNvSpPr>
            <a:spLocks noGrp="1" noChangeArrowheads="1"/>
          </p:cNvSpPr>
          <p:nvPr>
            <p:ph type="title"/>
          </p:nvPr>
        </p:nvSpPr>
        <p:spPr/>
        <p:txBody>
          <a:bodyPr/>
          <a:lstStyle/>
          <a:p>
            <a:r>
              <a:rPr lang="en-US" altLang="en-US" sz="4000" b="1">
                <a:effectLst>
                  <a:outerShdw blurRad="38100" dist="38100" dir="2700000" algn="tl">
                    <a:srgbClr val="C0C0C0"/>
                  </a:outerShdw>
                </a:effectLst>
                <a:latin typeface="Tahoma" panose="020B0604030504040204" pitchFamily="34" charset="0"/>
              </a:rPr>
              <a:t>ACCOMPLISHING FORGIVENESS</a:t>
            </a:r>
          </a:p>
        </p:txBody>
      </p:sp>
      <p:sp>
        <p:nvSpPr>
          <p:cNvPr id="29699" name="Rectangle 3">
            <a:extLst>
              <a:ext uri="{FF2B5EF4-FFF2-40B4-BE49-F238E27FC236}">
                <a16:creationId xmlns:a16="http://schemas.microsoft.com/office/drawing/2014/main" id="{018B1C84-3FBD-F08C-B530-CC6ECF9F9846}"/>
              </a:ext>
            </a:extLst>
          </p:cNvPr>
          <p:cNvSpPr>
            <a:spLocks noGrp="1" noChangeArrowheads="1"/>
          </p:cNvSpPr>
          <p:nvPr>
            <p:ph type="body" idx="1"/>
          </p:nvPr>
        </p:nvSpPr>
        <p:spPr/>
        <p:txBody>
          <a:bodyPr/>
          <a:lstStyle/>
          <a:p>
            <a:pPr marL="609600" indent="-609600"/>
            <a:r>
              <a:rPr lang="en-US" altLang="en-US" sz="2800" b="1">
                <a:effectLst>
                  <a:outerShdw blurRad="38100" dist="38100" dir="2700000" algn="tl">
                    <a:srgbClr val="C0C0C0"/>
                  </a:outerShdw>
                </a:effectLst>
                <a:latin typeface="Tahoma" panose="020B0604030504040204" pitchFamily="34" charset="0"/>
              </a:rPr>
              <a:t>Four Levels of Wounding that require forgiveness:</a:t>
            </a:r>
          </a:p>
          <a:p>
            <a:pPr marL="990600" lvl="1" indent="-533400">
              <a:buFontTx/>
              <a:buAutoNum type="arabicPeriod"/>
            </a:pPr>
            <a:r>
              <a:rPr lang="en-US" altLang="en-US" sz="2400" b="1">
                <a:effectLst>
                  <a:outerShdw blurRad="38100" dist="38100" dir="2700000" algn="tl">
                    <a:srgbClr val="C0C0C0"/>
                  </a:outerShdw>
                </a:effectLst>
                <a:latin typeface="Tahoma" panose="020B0604030504040204" pitchFamily="34" charset="0"/>
              </a:rPr>
              <a:t>Bruise: </a:t>
            </a:r>
            <a:r>
              <a:rPr lang="en-US" altLang="en-US" sz="2400" b="1" i="1">
                <a:effectLst>
                  <a:outerShdw blurRad="38100" dist="38100" dir="2700000" algn="tl">
                    <a:srgbClr val="C0C0C0"/>
                  </a:outerShdw>
                </a:effectLst>
                <a:latin typeface="Tahoma" panose="020B0604030504040204" pitchFamily="34" charset="0"/>
              </a:rPr>
              <a:t>Surface level wounding which can be healed easily if treated promptly and properly.  Bruises or abrasions require forgiving moment by moment.</a:t>
            </a:r>
          </a:p>
          <a:p>
            <a:pPr marL="990600" lvl="1" indent="-533400">
              <a:buFontTx/>
              <a:buAutoNum type="arabicPeriod"/>
            </a:pPr>
            <a:r>
              <a:rPr lang="en-US" altLang="en-US" sz="2400" b="1">
                <a:effectLst>
                  <a:outerShdw blurRad="38100" dist="38100" dir="2700000" algn="tl">
                    <a:srgbClr val="C0C0C0"/>
                  </a:outerShdw>
                </a:effectLst>
                <a:latin typeface="Tahoma" panose="020B0604030504040204" pitchFamily="34" charset="0"/>
              </a:rPr>
              <a:t>Cut: </a:t>
            </a:r>
            <a:r>
              <a:rPr lang="en-US" altLang="en-US" sz="2400" b="1" i="1">
                <a:effectLst>
                  <a:outerShdw blurRad="38100" dist="38100" dir="2700000" algn="tl">
                    <a:srgbClr val="C0C0C0"/>
                  </a:outerShdw>
                </a:effectLst>
                <a:latin typeface="Tahoma" panose="020B0604030504040204" pitchFamily="34" charset="0"/>
              </a:rPr>
              <a:t>More serious wound that perhaps was inflicted intentionally.  The hurt produces immediate , personal pain and will require special treatment to achieve forgiveness and healing</a:t>
            </a:r>
            <a:endParaRPr lang="en-US" altLang="en-US" sz="2400" b="1">
              <a:effectLst>
                <a:outerShdw blurRad="38100" dist="38100" dir="2700000" algn="tl">
                  <a:srgbClr val="C0C0C0"/>
                </a:outerShdw>
              </a:effectLst>
              <a:latin typeface="Tahoma" panose="020B060403050404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C9D5A43F-AF7B-843B-48B8-C1740582A9E1}"/>
              </a:ext>
            </a:extLst>
          </p:cNvPr>
          <p:cNvSpPr>
            <a:spLocks noGrp="1" noChangeArrowheads="1"/>
          </p:cNvSpPr>
          <p:nvPr>
            <p:ph type="title"/>
          </p:nvPr>
        </p:nvSpPr>
        <p:spPr/>
        <p:txBody>
          <a:bodyPr/>
          <a:lstStyle/>
          <a:p>
            <a:r>
              <a:rPr lang="en-US" altLang="en-US" sz="4000" b="1">
                <a:effectLst>
                  <a:outerShdw blurRad="38100" dist="38100" dir="2700000" algn="tl">
                    <a:srgbClr val="C0C0C0"/>
                  </a:outerShdw>
                </a:effectLst>
                <a:latin typeface="Tahoma" panose="020B0604030504040204" pitchFamily="34" charset="0"/>
              </a:rPr>
              <a:t>ACCOMPLISHING FORGIVENESS</a:t>
            </a:r>
          </a:p>
        </p:txBody>
      </p:sp>
      <p:sp>
        <p:nvSpPr>
          <p:cNvPr id="30723" name="Rectangle 3">
            <a:extLst>
              <a:ext uri="{FF2B5EF4-FFF2-40B4-BE49-F238E27FC236}">
                <a16:creationId xmlns:a16="http://schemas.microsoft.com/office/drawing/2014/main" id="{111BCFCD-1F22-C096-E178-C880E7CC52C0}"/>
              </a:ext>
            </a:extLst>
          </p:cNvPr>
          <p:cNvSpPr>
            <a:spLocks noGrp="1" noChangeArrowheads="1"/>
          </p:cNvSpPr>
          <p:nvPr>
            <p:ph type="body" idx="1"/>
          </p:nvPr>
        </p:nvSpPr>
        <p:spPr/>
        <p:txBody>
          <a:bodyPr/>
          <a:lstStyle/>
          <a:p>
            <a:pPr marL="990600" lvl="1" indent="-533400">
              <a:lnSpc>
                <a:spcPct val="90000"/>
              </a:lnSpc>
              <a:buFontTx/>
              <a:buAutoNum type="arabicPeriod" startAt="3"/>
            </a:pPr>
            <a:r>
              <a:rPr lang="en-US" altLang="en-US" b="1">
                <a:effectLst>
                  <a:outerShdw blurRad="38100" dist="38100" dir="2700000" algn="tl">
                    <a:srgbClr val="C0C0C0"/>
                  </a:outerShdw>
                </a:effectLst>
                <a:latin typeface="Tahoma" panose="020B0604030504040204" pitchFamily="34" charset="0"/>
              </a:rPr>
              <a:t>Open Wound:</a:t>
            </a:r>
            <a:r>
              <a:rPr lang="en-US" altLang="en-US" b="1" i="1">
                <a:effectLst>
                  <a:outerShdw blurRad="38100" dist="38100" dir="2700000" algn="tl">
                    <a:srgbClr val="C0C0C0"/>
                  </a:outerShdw>
                </a:effectLst>
                <a:latin typeface="Tahoma" panose="020B0604030504040204" pitchFamily="34" charset="0"/>
              </a:rPr>
              <a:t> Major hurt lodged in the heart that cannot be treated just by our own understanding or desire to change our feelings.  The pain continues despite our consciously wanting to forgive.</a:t>
            </a:r>
          </a:p>
          <a:p>
            <a:pPr marL="990600" lvl="1" indent="-533400">
              <a:lnSpc>
                <a:spcPct val="90000"/>
              </a:lnSpc>
              <a:buFontTx/>
              <a:buAutoNum type="arabicPeriod" startAt="3"/>
            </a:pPr>
            <a:r>
              <a:rPr lang="en-US" altLang="en-US" b="1">
                <a:effectLst>
                  <a:outerShdw blurRad="38100" dist="38100" dir="2700000" algn="tl">
                    <a:srgbClr val="C0C0C0"/>
                  </a:outerShdw>
                </a:effectLst>
                <a:latin typeface="Tahoma" panose="020B0604030504040204" pitchFamily="34" charset="0"/>
              </a:rPr>
              <a:t>Crippling Injury: </a:t>
            </a:r>
            <a:r>
              <a:rPr lang="en-US" altLang="en-US" b="1" i="1">
                <a:effectLst>
                  <a:outerShdw blurRad="38100" dist="38100" dir="2700000" algn="tl">
                    <a:srgbClr val="C0C0C0"/>
                  </a:outerShdw>
                </a:effectLst>
                <a:latin typeface="Tahoma" panose="020B0604030504040204" pitchFamily="34" charset="0"/>
              </a:rPr>
              <a:t>Deep wounds of the spirit resulting in pervasive attitudes of unforgiveness toward life.  The actual wound or its ramification may not be in ones’s conscious awareness.</a:t>
            </a:r>
            <a:endParaRPr lang="en-US" altLang="en-US" b="1">
              <a:effectLst>
                <a:outerShdw blurRad="38100" dist="38100" dir="2700000" algn="tl">
                  <a:srgbClr val="C0C0C0"/>
                </a:outerShdw>
              </a:effectLst>
              <a:latin typeface="Tahoma" panose="020B060403050404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017DF63D-CFC0-28EC-D743-BC6BF63954CB}"/>
              </a:ext>
            </a:extLst>
          </p:cNvPr>
          <p:cNvSpPr>
            <a:spLocks noGrp="1" noChangeArrowheads="1"/>
          </p:cNvSpPr>
          <p:nvPr>
            <p:ph type="title"/>
          </p:nvPr>
        </p:nvSpPr>
        <p:spPr/>
        <p:txBody>
          <a:bodyPr/>
          <a:lstStyle/>
          <a:p>
            <a:r>
              <a:rPr lang="en-US" altLang="en-US" sz="4000" b="1">
                <a:effectLst>
                  <a:outerShdw blurRad="38100" dist="38100" dir="2700000" algn="tl">
                    <a:srgbClr val="C0C0C0"/>
                  </a:outerShdw>
                </a:effectLst>
                <a:latin typeface="Tahoma" panose="020B0604030504040204" pitchFamily="34" charset="0"/>
              </a:rPr>
              <a:t>ACCOMPLISHING FORGIVENESS</a:t>
            </a:r>
          </a:p>
        </p:txBody>
      </p:sp>
      <p:sp>
        <p:nvSpPr>
          <p:cNvPr id="14339" name="Rectangle 3">
            <a:extLst>
              <a:ext uri="{FF2B5EF4-FFF2-40B4-BE49-F238E27FC236}">
                <a16:creationId xmlns:a16="http://schemas.microsoft.com/office/drawing/2014/main" id="{B428ED6B-B3B6-4230-15DC-592DED8A1EB2}"/>
              </a:ext>
            </a:extLst>
          </p:cNvPr>
          <p:cNvSpPr>
            <a:spLocks noGrp="1" noChangeArrowheads="1"/>
          </p:cNvSpPr>
          <p:nvPr>
            <p:ph type="body" idx="1"/>
          </p:nvPr>
        </p:nvSpPr>
        <p:spPr/>
        <p:txBody>
          <a:bodyPr/>
          <a:lstStyle/>
          <a:p>
            <a:pPr marL="609600" indent="-609600"/>
            <a:r>
              <a:rPr lang="en-US" altLang="en-US" b="1" u="sng">
                <a:effectLst>
                  <a:outerShdw blurRad="38100" dist="38100" dir="2700000" algn="tl">
                    <a:srgbClr val="C0C0C0"/>
                  </a:outerShdw>
                </a:effectLst>
                <a:latin typeface="Tahoma" panose="020B0604030504040204" pitchFamily="34" charset="0"/>
              </a:rPr>
              <a:t>IS UNFORGIVENESS LODGED IN YOUR HEART?</a:t>
            </a:r>
          </a:p>
          <a:p>
            <a:pPr marL="990600" lvl="1" indent="-533400">
              <a:buFont typeface="Tahoma" panose="020B0604030504040204" pitchFamily="34" charset="0"/>
              <a:buAutoNum type="arabicPeriod"/>
            </a:pPr>
            <a:r>
              <a:rPr lang="en-US" altLang="en-US" b="1">
                <a:effectLst>
                  <a:outerShdw blurRad="38100" dist="38100" dir="2700000" algn="tl">
                    <a:srgbClr val="C0C0C0"/>
                  </a:outerShdw>
                </a:effectLst>
                <a:latin typeface="Tahoma" panose="020B0604030504040204" pitchFamily="34" charset="0"/>
              </a:rPr>
              <a:t>Does remembering a particular hurtful event trigger a strong emotional reaction?</a:t>
            </a:r>
          </a:p>
          <a:p>
            <a:pPr marL="990600" lvl="1" indent="-533400">
              <a:buFont typeface="Tahoma" panose="020B0604030504040204" pitchFamily="34" charset="0"/>
              <a:buAutoNum type="arabicPeriod"/>
            </a:pPr>
            <a:r>
              <a:rPr lang="en-US" altLang="en-US" b="1">
                <a:effectLst>
                  <a:outerShdw blurRad="38100" dist="38100" dir="2700000" algn="tl">
                    <a:srgbClr val="C0C0C0"/>
                  </a:outerShdw>
                </a:effectLst>
                <a:latin typeface="Tahoma" panose="020B0604030504040204" pitchFamily="34" charset="0"/>
              </a:rPr>
              <a:t>Does the stress of remembering hurtful events trigger physical reactions or discomfort?</a:t>
            </a:r>
          </a:p>
          <a:p>
            <a:pPr marL="990600" lvl="1" indent="-533400"/>
            <a:endParaRPr lang="en-US" altLang="en-US" b="1">
              <a:effectLst>
                <a:outerShdw blurRad="38100" dist="38100" dir="2700000" algn="tl">
                  <a:srgbClr val="C0C0C0"/>
                </a:outerShdw>
              </a:effectLst>
              <a:latin typeface="Tahoma" panose="020B0604030504040204" pitchFamily="34" charset="0"/>
            </a:endParaRPr>
          </a:p>
          <a:p>
            <a:pPr marL="609600" indent="-609600"/>
            <a:endParaRPr lang="en-US" altLang="en-US" b="1">
              <a:effectLst>
                <a:outerShdw blurRad="38100" dist="38100" dir="2700000" algn="tl">
                  <a:srgbClr val="C0C0C0"/>
                </a:outerShdw>
              </a:effectLst>
              <a:latin typeface="Tahoma" panose="020B0604030504040204" pitchFamily="34" charset="0"/>
            </a:endParaRPr>
          </a:p>
          <a:p>
            <a:pPr marL="609600" indent="-609600"/>
            <a:endParaRPr lang="en-US" altLang="en-US" b="1">
              <a:effectLst>
                <a:outerShdw blurRad="38100" dist="38100" dir="2700000" algn="tl">
                  <a:srgbClr val="C0C0C0"/>
                </a:outerShdw>
              </a:effectLst>
              <a:latin typeface="Tahoma" panose="020B060403050404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EC5F0EC1-A60D-951C-654A-A5E8479163AE}"/>
              </a:ext>
            </a:extLst>
          </p:cNvPr>
          <p:cNvSpPr>
            <a:spLocks noGrp="1" noChangeArrowheads="1"/>
          </p:cNvSpPr>
          <p:nvPr>
            <p:ph type="title"/>
          </p:nvPr>
        </p:nvSpPr>
        <p:spPr/>
        <p:txBody>
          <a:bodyPr/>
          <a:lstStyle/>
          <a:p>
            <a:r>
              <a:rPr lang="en-US" altLang="en-US" sz="4000" b="1">
                <a:effectLst>
                  <a:outerShdw blurRad="38100" dist="38100" dir="2700000" algn="tl">
                    <a:srgbClr val="C0C0C0"/>
                  </a:outerShdw>
                </a:effectLst>
                <a:latin typeface="Tahoma" panose="020B0604030504040204" pitchFamily="34" charset="0"/>
              </a:rPr>
              <a:t>ACCOMPLISHING FORGIVENESS</a:t>
            </a:r>
          </a:p>
        </p:txBody>
      </p:sp>
      <p:sp>
        <p:nvSpPr>
          <p:cNvPr id="32771" name="Rectangle 3">
            <a:extLst>
              <a:ext uri="{FF2B5EF4-FFF2-40B4-BE49-F238E27FC236}">
                <a16:creationId xmlns:a16="http://schemas.microsoft.com/office/drawing/2014/main" id="{93CCAC0C-C83E-DFE9-6F1C-95930B6B69E1}"/>
              </a:ext>
            </a:extLst>
          </p:cNvPr>
          <p:cNvSpPr>
            <a:spLocks noGrp="1" noChangeArrowheads="1"/>
          </p:cNvSpPr>
          <p:nvPr>
            <p:ph type="body" idx="1"/>
          </p:nvPr>
        </p:nvSpPr>
        <p:spPr/>
        <p:txBody>
          <a:bodyPr/>
          <a:lstStyle/>
          <a:p>
            <a:pPr marL="990600" lvl="1" indent="-533400">
              <a:buFont typeface="Tahoma" panose="020B0604030504040204" pitchFamily="34" charset="0"/>
              <a:buAutoNum type="arabicPeriod" startAt="3"/>
            </a:pPr>
            <a:r>
              <a:rPr lang="en-US" altLang="en-US" b="1">
                <a:effectLst>
                  <a:outerShdw blurRad="38100" dist="38100" dir="2700000" algn="tl">
                    <a:srgbClr val="C0C0C0"/>
                  </a:outerShdw>
                </a:effectLst>
                <a:latin typeface="Tahoma" panose="020B0604030504040204" pitchFamily="34" charset="0"/>
              </a:rPr>
              <a:t>Does the painful experience bring to mind anything for which God can be praised?</a:t>
            </a:r>
          </a:p>
          <a:p>
            <a:pPr marL="990600" lvl="1" indent="-533400">
              <a:buFont typeface="Tahoma" panose="020B0604030504040204" pitchFamily="34" charset="0"/>
              <a:buAutoNum type="arabicPeriod" startAt="3"/>
            </a:pPr>
            <a:r>
              <a:rPr lang="en-US" altLang="en-US" b="1">
                <a:effectLst>
                  <a:outerShdw blurRad="38100" dist="38100" dir="2700000" algn="tl">
                    <a:srgbClr val="C0C0C0"/>
                  </a:outerShdw>
                </a:effectLst>
                <a:latin typeface="Tahoma" panose="020B0604030504040204" pitchFamily="34" charset="0"/>
              </a:rPr>
              <a:t>Can the offending party be thought of with a sincere wish that good things will happen in his or her life?</a:t>
            </a:r>
          </a:p>
          <a:p>
            <a:pPr marL="990600" lvl="1" indent="-533400">
              <a:buFont typeface="Tahoma" panose="020B0604030504040204" pitchFamily="34" charset="0"/>
              <a:buAutoNum type="arabicPeriod" startAt="3"/>
            </a:pPr>
            <a:r>
              <a:rPr lang="en-US" altLang="en-US" b="1">
                <a:effectLst>
                  <a:outerShdw blurRad="38100" dist="38100" dir="2700000" algn="tl">
                    <a:srgbClr val="C0C0C0"/>
                  </a:outerShdw>
                </a:effectLst>
                <a:latin typeface="Tahoma" panose="020B0604030504040204" pitchFamily="34" charset="0"/>
              </a:rPr>
              <a:t>Do you have a complete sense that forgiveness really has been accomplish?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FD8D7FD0-807B-CCB2-445B-96B2BF8BBE6A}"/>
              </a:ext>
            </a:extLst>
          </p:cNvPr>
          <p:cNvSpPr>
            <a:spLocks noGrp="1" noChangeArrowheads="1"/>
          </p:cNvSpPr>
          <p:nvPr>
            <p:ph type="title"/>
          </p:nvPr>
        </p:nvSpPr>
        <p:spPr/>
        <p:txBody>
          <a:bodyPr/>
          <a:lstStyle/>
          <a:p>
            <a:r>
              <a:rPr lang="en-US" altLang="en-US" sz="4000" b="1">
                <a:effectLst>
                  <a:outerShdw blurRad="38100" dist="38100" dir="2700000" algn="tl">
                    <a:srgbClr val="C0C0C0"/>
                  </a:outerShdw>
                </a:effectLst>
                <a:latin typeface="Tahoma" panose="020B0604030504040204" pitchFamily="34" charset="0"/>
              </a:rPr>
              <a:t>ACCOMPLISHING FORGIVENESS</a:t>
            </a:r>
          </a:p>
        </p:txBody>
      </p:sp>
      <p:sp>
        <p:nvSpPr>
          <p:cNvPr id="33795" name="Rectangle 3">
            <a:extLst>
              <a:ext uri="{FF2B5EF4-FFF2-40B4-BE49-F238E27FC236}">
                <a16:creationId xmlns:a16="http://schemas.microsoft.com/office/drawing/2014/main" id="{627F25B5-4321-C339-3F4D-460EB909DD92}"/>
              </a:ext>
            </a:extLst>
          </p:cNvPr>
          <p:cNvSpPr>
            <a:spLocks noGrp="1" noChangeArrowheads="1"/>
          </p:cNvSpPr>
          <p:nvPr>
            <p:ph type="body" idx="1"/>
          </p:nvPr>
        </p:nvSpPr>
        <p:spPr/>
        <p:txBody>
          <a:bodyPr/>
          <a:lstStyle/>
          <a:p>
            <a:pPr marL="990600" lvl="1" indent="-533400">
              <a:lnSpc>
                <a:spcPct val="90000"/>
              </a:lnSpc>
              <a:buFont typeface="Tahoma" panose="020B0604030504040204" pitchFamily="34" charset="0"/>
              <a:buAutoNum type="arabicPeriod" startAt="6"/>
            </a:pPr>
            <a:r>
              <a:rPr lang="en-US" altLang="en-US" b="1">
                <a:effectLst>
                  <a:outerShdw blurRad="38100" dist="38100" dir="2700000" algn="tl">
                    <a:srgbClr val="C0C0C0"/>
                  </a:outerShdw>
                </a:effectLst>
                <a:latin typeface="Tahoma" panose="020B0604030504040204" pitchFamily="34" charset="0"/>
              </a:rPr>
              <a:t>Check your feelings and symptoms.  When you think about the persons who previously hurt you:</a:t>
            </a:r>
          </a:p>
          <a:p>
            <a:pPr marL="1371600" lvl="2" indent="-457200">
              <a:lnSpc>
                <a:spcPct val="90000"/>
              </a:lnSpc>
              <a:buFont typeface="Tahoma" panose="020B0604030504040204" pitchFamily="34" charset="0"/>
              <a:buChar char="–"/>
            </a:pPr>
            <a:r>
              <a:rPr lang="en-US" altLang="en-US" b="1">
                <a:effectLst>
                  <a:outerShdw blurRad="38100" dist="38100" dir="2700000" algn="tl">
                    <a:srgbClr val="C0C0C0"/>
                  </a:outerShdw>
                </a:effectLst>
                <a:latin typeface="Tahoma" panose="020B0604030504040204" pitchFamily="34" charset="0"/>
              </a:rPr>
              <a:t>Do you generally feel “okay” about them with no sense of lingering hurt or bitterness?</a:t>
            </a:r>
          </a:p>
          <a:p>
            <a:pPr marL="1371600" lvl="2" indent="-457200">
              <a:lnSpc>
                <a:spcPct val="90000"/>
              </a:lnSpc>
              <a:buFont typeface="Tahoma" panose="020B0604030504040204" pitchFamily="34" charset="0"/>
              <a:buChar char="–"/>
            </a:pPr>
            <a:r>
              <a:rPr lang="en-US" altLang="en-US" b="1">
                <a:effectLst>
                  <a:outerShdw blurRad="38100" dist="38100" dir="2700000" algn="tl">
                    <a:srgbClr val="C0C0C0"/>
                  </a:outerShdw>
                </a:effectLst>
                <a:latin typeface="Tahoma" panose="020B0604030504040204" pitchFamily="34" charset="0"/>
              </a:rPr>
              <a:t>Do you feel a loving warmth and desire for their success and happiness?</a:t>
            </a:r>
          </a:p>
          <a:p>
            <a:pPr marL="1371600" lvl="2" indent="-457200">
              <a:lnSpc>
                <a:spcPct val="90000"/>
              </a:lnSpc>
              <a:buFont typeface="Tahoma" panose="020B0604030504040204" pitchFamily="34" charset="0"/>
              <a:buChar char="–"/>
            </a:pPr>
            <a:r>
              <a:rPr lang="en-US" altLang="en-US" b="1">
                <a:effectLst>
                  <a:outerShdw blurRad="38100" dist="38100" dir="2700000" algn="tl">
                    <a:srgbClr val="C0C0C0"/>
                  </a:outerShdw>
                </a:effectLst>
                <a:latin typeface="Tahoma" panose="020B0604030504040204" pitchFamily="34" charset="0"/>
              </a:rPr>
              <a:t>Do you feel an empathetic hurt for their hurts without a private sense of pleasure that perhaps they are getting what they deserve?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4D7462C5-E24B-004B-8DDF-AD1BBDEFC118}"/>
              </a:ext>
            </a:extLst>
          </p:cNvPr>
          <p:cNvSpPr>
            <a:spLocks noGrp="1" noChangeArrowheads="1"/>
          </p:cNvSpPr>
          <p:nvPr>
            <p:ph type="title"/>
          </p:nvPr>
        </p:nvSpPr>
        <p:spPr/>
        <p:txBody>
          <a:bodyPr/>
          <a:lstStyle/>
          <a:p>
            <a:r>
              <a:rPr lang="en-US" altLang="en-US" sz="4000" b="1">
                <a:effectLst>
                  <a:outerShdw blurRad="38100" dist="38100" dir="2700000" algn="tl">
                    <a:srgbClr val="C0C0C0"/>
                  </a:outerShdw>
                </a:effectLst>
                <a:latin typeface="Tahoma" panose="020B0604030504040204" pitchFamily="34" charset="0"/>
              </a:rPr>
              <a:t>ACCOMPLISHING FORGIVENESS</a:t>
            </a:r>
          </a:p>
        </p:txBody>
      </p:sp>
      <p:sp>
        <p:nvSpPr>
          <p:cNvPr id="34819" name="Rectangle 3">
            <a:extLst>
              <a:ext uri="{FF2B5EF4-FFF2-40B4-BE49-F238E27FC236}">
                <a16:creationId xmlns:a16="http://schemas.microsoft.com/office/drawing/2014/main" id="{B2B95BDA-751B-A1DF-4F9A-D29F98366A22}"/>
              </a:ext>
            </a:extLst>
          </p:cNvPr>
          <p:cNvSpPr>
            <a:spLocks noGrp="1" noChangeArrowheads="1"/>
          </p:cNvSpPr>
          <p:nvPr>
            <p:ph type="body" idx="1"/>
          </p:nvPr>
        </p:nvSpPr>
        <p:spPr/>
        <p:txBody>
          <a:bodyPr/>
          <a:lstStyle/>
          <a:p>
            <a:pPr lvl="1"/>
            <a:r>
              <a:rPr lang="en-US" altLang="en-US" b="1">
                <a:effectLst>
                  <a:outerShdw blurRad="38100" dist="38100" dir="2700000" algn="tl">
                    <a:srgbClr val="C0C0C0"/>
                  </a:outerShdw>
                </a:effectLst>
                <a:latin typeface="Tahoma" panose="020B0604030504040204" pitchFamily="34" charset="0"/>
              </a:rPr>
              <a:t>Do you miss having fellowship with them and wish you could restore relationship (even if wisdom says you can’t)?  If you happened to see them walking down the sidewalk toward you, would you be happy for the encounter or would you want to cross the street to the other side or duck into a store to avoid having to meet them?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49B47D82-DCD2-0157-BB89-F09A47155DDC}"/>
              </a:ext>
            </a:extLst>
          </p:cNvPr>
          <p:cNvSpPr>
            <a:spLocks noGrp="1" noChangeArrowheads="1"/>
          </p:cNvSpPr>
          <p:nvPr>
            <p:ph type="title"/>
          </p:nvPr>
        </p:nvSpPr>
        <p:spPr/>
        <p:txBody>
          <a:bodyPr/>
          <a:lstStyle/>
          <a:p>
            <a:r>
              <a:rPr lang="en-US" altLang="en-US" sz="4000" b="1">
                <a:effectLst>
                  <a:outerShdw blurRad="38100" dist="38100" dir="2700000" algn="tl">
                    <a:srgbClr val="C0C0C0"/>
                  </a:outerShdw>
                </a:effectLst>
                <a:latin typeface="Tahoma" panose="020B0604030504040204" pitchFamily="34" charset="0"/>
              </a:rPr>
              <a:t>ACCOMPLISHING FORGIVENESS</a:t>
            </a:r>
          </a:p>
        </p:txBody>
      </p:sp>
      <p:sp>
        <p:nvSpPr>
          <p:cNvPr id="35843" name="Rectangle 3">
            <a:extLst>
              <a:ext uri="{FF2B5EF4-FFF2-40B4-BE49-F238E27FC236}">
                <a16:creationId xmlns:a16="http://schemas.microsoft.com/office/drawing/2014/main" id="{16A5FA66-1B15-1176-2490-BFF440D41066}"/>
              </a:ext>
            </a:extLst>
          </p:cNvPr>
          <p:cNvSpPr>
            <a:spLocks noGrp="1" noChangeArrowheads="1"/>
          </p:cNvSpPr>
          <p:nvPr>
            <p:ph type="body" idx="1"/>
          </p:nvPr>
        </p:nvSpPr>
        <p:spPr/>
        <p:txBody>
          <a:bodyPr/>
          <a:lstStyle/>
          <a:p>
            <a:pPr lvl="1"/>
            <a:r>
              <a:rPr lang="en-US" altLang="en-US" b="1">
                <a:effectLst>
                  <a:outerShdw blurRad="38100" dist="38100" dir="2700000" algn="tl">
                    <a:srgbClr val="C0C0C0"/>
                  </a:outerShdw>
                </a:effectLst>
                <a:latin typeface="Tahoma" panose="020B0604030504040204" pitchFamily="34" charset="0"/>
              </a:rPr>
              <a:t>Are you able to feel comfortable about opportunities of being around them?  If invited to a meeting or a party which they are likely to attend, would that spark a joy in your heart for the opportunity to see them or would you decline to attend?</a:t>
            </a:r>
          </a:p>
          <a:p>
            <a:pPr lvl="1">
              <a:buFontTx/>
              <a:buNone/>
            </a:pPr>
            <a:endParaRPr lang="en-US" altLang="en-US" b="1">
              <a:effectLst>
                <a:outerShdw blurRad="38100" dist="38100" dir="2700000" algn="tl">
                  <a:srgbClr val="C0C0C0"/>
                </a:outerShdw>
              </a:effectLst>
              <a:latin typeface="Tahoma" panose="020B0604030504040204" pitchFamily="34" charset="0"/>
            </a:endParaRPr>
          </a:p>
          <a:p>
            <a:pPr lvl="1"/>
            <a:r>
              <a:rPr lang="en-US" altLang="en-US" b="1">
                <a:effectLst>
                  <a:outerShdw blurRad="38100" dist="38100" dir="2700000" algn="tl">
                    <a:srgbClr val="C0C0C0"/>
                  </a:outerShdw>
                </a:effectLst>
                <a:latin typeface="Tahoma" panose="020B0604030504040204" pitchFamily="34" charset="0"/>
              </a:rPr>
              <a:t>Do you still rehearse “speeches” you’d like to deliver?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64BAE73B-5B4F-96F7-B5A6-62C0F0C15370}"/>
              </a:ext>
            </a:extLst>
          </p:cNvPr>
          <p:cNvSpPr>
            <a:spLocks noGrp="1" noChangeArrowheads="1"/>
          </p:cNvSpPr>
          <p:nvPr>
            <p:ph type="title"/>
          </p:nvPr>
        </p:nvSpPr>
        <p:spPr/>
        <p:txBody>
          <a:bodyPr/>
          <a:lstStyle/>
          <a:p>
            <a:r>
              <a:rPr lang="en-US" altLang="en-US" sz="4000" b="1">
                <a:effectLst>
                  <a:outerShdw blurRad="38100" dist="38100" dir="2700000" algn="tl">
                    <a:srgbClr val="C0C0C0"/>
                  </a:outerShdw>
                </a:effectLst>
                <a:latin typeface="Tahoma" panose="020B0604030504040204" pitchFamily="34" charset="0"/>
              </a:rPr>
              <a:t>ACCOMPLISHING FORGIVENESS</a:t>
            </a:r>
          </a:p>
        </p:txBody>
      </p:sp>
      <p:sp>
        <p:nvSpPr>
          <p:cNvPr id="15363" name="Rectangle 3">
            <a:extLst>
              <a:ext uri="{FF2B5EF4-FFF2-40B4-BE49-F238E27FC236}">
                <a16:creationId xmlns:a16="http://schemas.microsoft.com/office/drawing/2014/main" id="{00E21944-49D4-E28F-EDEF-8BBAB3350813}"/>
              </a:ext>
            </a:extLst>
          </p:cNvPr>
          <p:cNvSpPr>
            <a:spLocks noGrp="1" noChangeArrowheads="1"/>
          </p:cNvSpPr>
          <p:nvPr>
            <p:ph type="body" idx="1"/>
          </p:nvPr>
        </p:nvSpPr>
        <p:spPr/>
        <p:txBody>
          <a:bodyPr/>
          <a:lstStyle/>
          <a:p>
            <a:pPr lvl="1">
              <a:lnSpc>
                <a:spcPct val="90000"/>
              </a:lnSpc>
              <a:buFontTx/>
              <a:buNone/>
            </a:pPr>
            <a:endParaRPr lang="en-US" altLang="en-US" b="1">
              <a:effectLst>
                <a:outerShdw blurRad="38100" dist="38100" dir="2700000" algn="tl">
                  <a:srgbClr val="C0C0C0"/>
                </a:outerShdw>
              </a:effectLst>
              <a:latin typeface="Tahoma" panose="020B0604030504040204" pitchFamily="34" charset="0"/>
            </a:endParaRPr>
          </a:p>
          <a:p>
            <a:pPr lvl="1">
              <a:lnSpc>
                <a:spcPct val="90000"/>
              </a:lnSpc>
            </a:pPr>
            <a:r>
              <a:rPr lang="en-US" altLang="en-US" b="1">
                <a:effectLst>
                  <a:outerShdw blurRad="38100" dist="38100" dir="2700000" algn="tl">
                    <a:srgbClr val="C0C0C0"/>
                  </a:outerShdw>
                </a:effectLst>
                <a:latin typeface="Tahoma" panose="020B0604030504040204" pitchFamily="34" charset="0"/>
              </a:rPr>
              <a:t>Do you imagine things you’d like to say or do to get even, and then have to repent?</a:t>
            </a:r>
          </a:p>
          <a:p>
            <a:pPr lvl="1">
              <a:lnSpc>
                <a:spcPct val="90000"/>
              </a:lnSpc>
              <a:buFontTx/>
              <a:buNone/>
            </a:pPr>
            <a:endParaRPr lang="en-US" altLang="en-US" b="1">
              <a:effectLst>
                <a:outerShdw blurRad="38100" dist="38100" dir="2700000" algn="tl">
                  <a:srgbClr val="C0C0C0"/>
                </a:outerShdw>
              </a:effectLst>
              <a:latin typeface="Tahoma" panose="020B0604030504040204" pitchFamily="34" charset="0"/>
            </a:endParaRPr>
          </a:p>
          <a:p>
            <a:pPr lvl="1">
              <a:lnSpc>
                <a:spcPct val="90000"/>
              </a:lnSpc>
            </a:pPr>
            <a:r>
              <a:rPr lang="en-US" altLang="en-US" b="1">
                <a:effectLst>
                  <a:outerShdw blurRad="38100" dist="38100" dir="2700000" algn="tl">
                    <a:srgbClr val="C0C0C0"/>
                  </a:outerShdw>
                </a:effectLst>
                <a:latin typeface="Tahoma" panose="020B0604030504040204" pitchFamily="34" charset="0"/>
              </a:rPr>
              <a:t>In the ministry, are you happy for the person or are you suspicious of the person’s motive?</a:t>
            </a:r>
          </a:p>
          <a:p>
            <a:pPr lvl="1">
              <a:lnSpc>
                <a:spcPct val="90000"/>
              </a:lnSpc>
              <a:buFontTx/>
              <a:buNone/>
            </a:pPr>
            <a:endParaRPr lang="en-US" altLang="en-US" b="1">
              <a:effectLst>
                <a:outerShdw blurRad="38100" dist="38100" dir="2700000" algn="tl">
                  <a:srgbClr val="C0C0C0"/>
                </a:outerShdw>
              </a:effectLst>
              <a:latin typeface="Tahoma" panose="020B0604030504040204" pitchFamily="34" charset="0"/>
            </a:endParaRPr>
          </a:p>
          <a:p>
            <a:pPr lvl="1">
              <a:lnSpc>
                <a:spcPct val="90000"/>
              </a:lnSpc>
            </a:pPr>
            <a:r>
              <a:rPr lang="en-US" altLang="en-US" b="1">
                <a:effectLst>
                  <a:outerShdw blurRad="38100" dist="38100" dir="2700000" algn="tl">
                    <a:srgbClr val="C0C0C0"/>
                  </a:outerShdw>
                </a:effectLst>
                <a:latin typeface="Tahoma" panose="020B0604030504040204" pitchFamily="34" charset="0"/>
              </a:rPr>
              <a:t>Do you find yourself critical of that person no matter what he or she does?</a:t>
            </a:r>
          </a:p>
          <a:p>
            <a:pPr>
              <a:lnSpc>
                <a:spcPct val="90000"/>
              </a:lnSpc>
            </a:pPr>
            <a:endParaRPr lang="en-US" altLang="en-US" b="1">
              <a:effectLst>
                <a:outerShdw blurRad="38100" dist="38100" dir="2700000" algn="tl">
                  <a:srgbClr val="C0C0C0"/>
                </a:outerShdw>
              </a:effectLst>
              <a:latin typeface="Tahoma" panose="020B0604030504040204" pitchFamily="34" charset="0"/>
            </a:endParaRPr>
          </a:p>
          <a:p>
            <a:pPr lvl="1">
              <a:lnSpc>
                <a:spcPct val="90000"/>
              </a:lnSpc>
            </a:pPr>
            <a:endParaRPr lang="en-US" altLang="en-US" b="1">
              <a:effectLst>
                <a:outerShdw blurRad="38100" dist="38100" dir="2700000" algn="tl">
                  <a:srgbClr val="C0C0C0"/>
                </a:outerShdw>
              </a:effectLst>
              <a:latin typeface="Tahoma" panose="020B0604030504040204" pitchFamily="34" charset="0"/>
            </a:endParaRPr>
          </a:p>
          <a:p>
            <a:pPr>
              <a:lnSpc>
                <a:spcPct val="90000"/>
              </a:lnSpc>
            </a:pPr>
            <a:endParaRPr lang="en-US" altLang="en-US" b="1">
              <a:effectLst>
                <a:outerShdw blurRad="38100" dist="38100" dir="2700000" algn="tl">
                  <a:srgbClr val="C0C0C0"/>
                </a:outerShdw>
              </a:effectLst>
              <a:latin typeface="Tahoma" panose="020B060403050404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EBA24D4D-3490-56F5-BDF0-C7CA134E9830}"/>
              </a:ext>
            </a:extLst>
          </p:cNvPr>
          <p:cNvSpPr>
            <a:spLocks noGrp="1" noChangeArrowheads="1"/>
          </p:cNvSpPr>
          <p:nvPr>
            <p:ph type="title"/>
          </p:nvPr>
        </p:nvSpPr>
        <p:spPr/>
        <p:txBody>
          <a:bodyPr/>
          <a:lstStyle/>
          <a:p>
            <a:r>
              <a:rPr lang="en-US" altLang="en-US" sz="4000" b="1">
                <a:effectLst>
                  <a:outerShdw blurRad="38100" dist="38100" dir="2700000" algn="tl">
                    <a:srgbClr val="C0C0C0"/>
                  </a:outerShdw>
                </a:effectLst>
                <a:latin typeface="Tahoma" panose="020B0604030504040204" pitchFamily="34" charset="0"/>
              </a:rPr>
              <a:t>ACCOMPLISHING FORGIVENESS</a:t>
            </a:r>
          </a:p>
        </p:txBody>
      </p:sp>
      <p:sp>
        <p:nvSpPr>
          <p:cNvPr id="17411" name="Rectangle 3">
            <a:extLst>
              <a:ext uri="{FF2B5EF4-FFF2-40B4-BE49-F238E27FC236}">
                <a16:creationId xmlns:a16="http://schemas.microsoft.com/office/drawing/2014/main" id="{6EE763CD-142C-C7E9-ECE5-B265A83419AE}"/>
              </a:ext>
            </a:extLst>
          </p:cNvPr>
          <p:cNvSpPr>
            <a:spLocks noGrp="1" noChangeArrowheads="1"/>
          </p:cNvSpPr>
          <p:nvPr>
            <p:ph type="body" idx="1"/>
          </p:nvPr>
        </p:nvSpPr>
        <p:spPr/>
        <p:txBody>
          <a:bodyPr/>
          <a:lstStyle/>
          <a:p>
            <a:r>
              <a:rPr lang="en-US" altLang="en-US" b="1" u="sng">
                <a:effectLst>
                  <a:outerShdw blurRad="38100" dist="38100" dir="2700000" algn="tl">
                    <a:srgbClr val="C0C0C0"/>
                  </a:outerShdw>
                </a:effectLst>
                <a:latin typeface="Tahoma" panose="020B0604030504040204" pitchFamily="34" charset="0"/>
              </a:rPr>
              <a:t>SIGNS OF UNFORGIVENESS</a:t>
            </a:r>
            <a:r>
              <a:rPr lang="en-US" altLang="en-US" b="1">
                <a:effectLst>
                  <a:outerShdw blurRad="38100" dist="38100" dir="2700000" algn="tl">
                    <a:srgbClr val="C0C0C0"/>
                  </a:outerShdw>
                </a:effectLst>
                <a:latin typeface="Tahoma" panose="020B0604030504040204" pitchFamily="34" charset="0"/>
              </a:rPr>
              <a:t>:</a:t>
            </a:r>
          </a:p>
          <a:p>
            <a:endParaRPr lang="en-US" altLang="en-US" b="1">
              <a:effectLst>
                <a:outerShdw blurRad="38100" dist="38100" dir="2700000" algn="tl">
                  <a:srgbClr val="C0C0C0"/>
                </a:outerShdw>
              </a:effectLst>
              <a:latin typeface="Tahoma" panose="020B0604030504040204" pitchFamily="34" charset="0"/>
            </a:endParaRPr>
          </a:p>
          <a:p>
            <a:pPr lvl="1"/>
            <a:r>
              <a:rPr lang="en-US" altLang="en-US" b="1">
                <a:effectLst>
                  <a:outerShdw blurRad="38100" dist="38100" dir="2700000" algn="tl">
                    <a:srgbClr val="C0C0C0"/>
                  </a:outerShdw>
                </a:effectLst>
                <a:latin typeface="Tahoma" panose="020B0604030504040204" pitchFamily="34" charset="0"/>
              </a:rPr>
              <a:t>PRAYERS ARE NOT ANSWERED AS BEFORE</a:t>
            </a:r>
          </a:p>
          <a:p>
            <a:pPr lvl="1">
              <a:buFontTx/>
              <a:buNone/>
            </a:pPr>
            <a:endParaRPr lang="en-US" altLang="en-US" b="1">
              <a:effectLst>
                <a:outerShdw blurRad="38100" dist="38100" dir="2700000" algn="tl">
                  <a:srgbClr val="C0C0C0"/>
                </a:outerShdw>
              </a:effectLst>
              <a:latin typeface="Tahoma" panose="020B0604030504040204" pitchFamily="34" charset="0"/>
            </a:endParaRPr>
          </a:p>
          <a:p>
            <a:pPr lvl="1"/>
            <a:r>
              <a:rPr lang="en-US" altLang="en-US" b="1">
                <a:effectLst>
                  <a:outerShdw blurRad="38100" dist="38100" dir="2700000" algn="tl">
                    <a:srgbClr val="C0C0C0"/>
                  </a:outerShdw>
                </a:effectLst>
                <a:latin typeface="Tahoma" panose="020B0604030504040204" pitchFamily="34" charset="0"/>
              </a:rPr>
              <a:t>DIFFICULTIES COMING INTO GOD’S PRESENCE</a:t>
            </a:r>
          </a:p>
          <a:p>
            <a:endParaRPr lang="en-US" altLang="en-US" b="1">
              <a:effectLst>
                <a:outerShdw blurRad="38100" dist="38100" dir="2700000" algn="tl">
                  <a:srgbClr val="C0C0C0"/>
                </a:outerShdw>
              </a:effectLst>
              <a:latin typeface="Tahoma" panose="020B060403050404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C3564B0-AF0C-8AB9-7D12-ADEA73DC158C}"/>
              </a:ext>
            </a:extLst>
          </p:cNvPr>
          <p:cNvSpPr>
            <a:spLocks noGrp="1" noChangeArrowheads="1"/>
          </p:cNvSpPr>
          <p:nvPr>
            <p:ph type="title"/>
          </p:nvPr>
        </p:nvSpPr>
        <p:spPr/>
        <p:txBody>
          <a:bodyPr/>
          <a:lstStyle/>
          <a:p>
            <a:r>
              <a:rPr lang="en-US" altLang="en-US" sz="4000" b="1">
                <a:effectLst>
                  <a:outerShdw blurRad="38100" dist="38100" dir="2700000" algn="tl">
                    <a:srgbClr val="C0C0C0"/>
                  </a:outerShdw>
                </a:effectLst>
                <a:latin typeface="Tahoma" panose="020B0604030504040204" pitchFamily="34" charset="0"/>
              </a:rPr>
              <a:t>ACCOMPLISHING FORGIVENESS</a:t>
            </a:r>
          </a:p>
        </p:txBody>
      </p:sp>
      <p:sp>
        <p:nvSpPr>
          <p:cNvPr id="18435" name="Rectangle 3">
            <a:extLst>
              <a:ext uri="{FF2B5EF4-FFF2-40B4-BE49-F238E27FC236}">
                <a16:creationId xmlns:a16="http://schemas.microsoft.com/office/drawing/2014/main" id="{FF3D60CE-3BB2-0BB1-5B3E-ECF11EE54EC4}"/>
              </a:ext>
            </a:extLst>
          </p:cNvPr>
          <p:cNvSpPr>
            <a:spLocks noGrp="1" noChangeArrowheads="1"/>
          </p:cNvSpPr>
          <p:nvPr>
            <p:ph type="body" idx="1"/>
          </p:nvPr>
        </p:nvSpPr>
        <p:spPr/>
        <p:txBody>
          <a:bodyPr/>
          <a:lstStyle/>
          <a:p>
            <a:pPr lvl="1"/>
            <a:r>
              <a:rPr lang="en-US" altLang="en-US" b="1">
                <a:effectLst>
                  <a:outerShdw blurRad="38100" dist="38100" dir="2700000" algn="tl">
                    <a:srgbClr val="C0C0C0"/>
                  </a:outerShdw>
                </a:effectLst>
                <a:latin typeface="Tahoma" panose="020B0604030504040204" pitchFamily="34" charset="0"/>
              </a:rPr>
              <a:t>PHYSICAL PROBLEMS</a:t>
            </a:r>
          </a:p>
          <a:p>
            <a:pPr lvl="1">
              <a:buFontTx/>
              <a:buNone/>
            </a:pPr>
            <a:endParaRPr lang="en-US" altLang="en-US" b="1">
              <a:effectLst>
                <a:outerShdw blurRad="38100" dist="38100" dir="2700000" algn="tl">
                  <a:srgbClr val="C0C0C0"/>
                </a:outerShdw>
              </a:effectLst>
              <a:latin typeface="Tahoma" panose="020B0604030504040204" pitchFamily="34" charset="0"/>
            </a:endParaRPr>
          </a:p>
          <a:p>
            <a:pPr lvl="1"/>
            <a:r>
              <a:rPr lang="en-US" altLang="en-US" b="1">
                <a:effectLst>
                  <a:outerShdw blurRad="38100" dist="38100" dir="2700000" algn="tl">
                    <a:srgbClr val="C0C0C0"/>
                  </a:outerShdw>
                </a:effectLst>
                <a:latin typeface="Tahoma" panose="020B0604030504040204" pitchFamily="34" charset="0"/>
              </a:rPr>
              <a:t>PERIODS OF DESPONDENCY RETURNING AFTER JOYFUL TIMES</a:t>
            </a:r>
          </a:p>
          <a:p>
            <a:pPr lvl="1">
              <a:buFontTx/>
              <a:buNone/>
            </a:pPr>
            <a:endParaRPr lang="en-US" altLang="en-US" b="1">
              <a:effectLst>
                <a:outerShdw blurRad="38100" dist="38100" dir="2700000" algn="tl">
                  <a:srgbClr val="C0C0C0"/>
                </a:outerShdw>
              </a:effectLst>
              <a:latin typeface="Tahoma" panose="020B0604030504040204" pitchFamily="34" charset="0"/>
            </a:endParaRPr>
          </a:p>
          <a:p>
            <a:pPr lvl="1"/>
            <a:r>
              <a:rPr lang="en-US" altLang="en-US" b="1">
                <a:effectLst>
                  <a:outerShdw blurRad="38100" dist="38100" dir="2700000" algn="tl">
                    <a:srgbClr val="C0C0C0"/>
                  </a:outerShdw>
                </a:effectLst>
                <a:latin typeface="Tahoma" panose="020B0604030504040204" pitchFamily="34" charset="0"/>
              </a:rPr>
              <a:t>DISTURBED OR REST DISTURBED</a:t>
            </a:r>
          </a:p>
          <a:p>
            <a:endParaRPr lang="en-US" altLang="en-US" b="1">
              <a:effectLst>
                <a:outerShdw blurRad="38100" dist="38100" dir="2700000" algn="tl">
                  <a:srgbClr val="C0C0C0"/>
                </a:outerShdw>
              </a:effectLst>
              <a:latin typeface="Tahoma" panose="020B0604030504040204" pitchFamily="34" charset="0"/>
            </a:endParaRPr>
          </a:p>
          <a:p>
            <a:endParaRPr lang="en-US" altLang="en-US" b="1">
              <a:effectLst>
                <a:outerShdw blurRad="38100" dist="38100" dir="2700000" algn="tl">
                  <a:srgbClr val="C0C0C0"/>
                </a:outerShdw>
              </a:effectLst>
              <a:latin typeface="Tahoma" panose="020B060403050404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55A921E2-1D93-FC1F-1EDA-DD928767B271}"/>
              </a:ext>
            </a:extLst>
          </p:cNvPr>
          <p:cNvSpPr>
            <a:spLocks noGrp="1" noChangeArrowheads="1"/>
          </p:cNvSpPr>
          <p:nvPr>
            <p:ph type="title"/>
          </p:nvPr>
        </p:nvSpPr>
        <p:spPr/>
        <p:txBody>
          <a:bodyPr/>
          <a:lstStyle/>
          <a:p>
            <a:r>
              <a:rPr lang="en-US" altLang="en-US" sz="4000" b="1">
                <a:effectLst>
                  <a:outerShdw blurRad="38100" dist="38100" dir="2700000" algn="tl">
                    <a:srgbClr val="C0C0C0"/>
                  </a:outerShdw>
                </a:effectLst>
                <a:latin typeface="Tahoma" panose="020B0604030504040204" pitchFamily="34" charset="0"/>
              </a:rPr>
              <a:t>ACCOMPLISHING FORGIVENESS</a:t>
            </a:r>
          </a:p>
        </p:txBody>
      </p:sp>
      <p:sp>
        <p:nvSpPr>
          <p:cNvPr id="19459" name="Rectangle 3">
            <a:extLst>
              <a:ext uri="{FF2B5EF4-FFF2-40B4-BE49-F238E27FC236}">
                <a16:creationId xmlns:a16="http://schemas.microsoft.com/office/drawing/2014/main" id="{A30AB1E0-8215-82D7-8F2E-D32FDA46A220}"/>
              </a:ext>
            </a:extLst>
          </p:cNvPr>
          <p:cNvSpPr>
            <a:spLocks noGrp="1" noChangeArrowheads="1"/>
          </p:cNvSpPr>
          <p:nvPr>
            <p:ph type="body" idx="1"/>
          </p:nvPr>
        </p:nvSpPr>
        <p:spPr/>
        <p:txBody>
          <a:bodyPr/>
          <a:lstStyle/>
          <a:p>
            <a:r>
              <a:rPr lang="en-US" altLang="en-US" b="1" u="sng" dirty="0">
                <a:effectLst>
                  <a:outerShdw blurRad="38100" dist="38100" dir="2700000" algn="tl">
                    <a:srgbClr val="C0C0C0"/>
                  </a:outerShdw>
                </a:effectLst>
                <a:latin typeface="Tahoma" panose="020B0604030504040204" pitchFamily="34" charset="0"/>
              </a:rPr>
              <a:t>ROLE OF PRAYER PARTNER</a:t>
            </a:r>
            <a:r>
              <a:rPr lang="en-US" altLang="en-US" b="1" dirty="0">
                <a:effectLst>
                  <a:outerShdw blurRad="38100" dist="38100" dir="2700000" algn="tl">
                    <a:srgbClr val="C0C0C0"/>
                  </a:outerShdw>
                </a:effectLst>
                <a:latin typeface="Tahoma" panose="020B0604030504040204" pitchFamily="34" charset="0"/>
              </a:rPr>
              <a:t>:  </a:t>
            </a:r>
          </a:p>
          <a:p>
            <a:pPr lvl="1"/>
            <a:r>
              <a:rPr lang="en-US" altLang="en-US" sz="2400" b="1" dirty="0">
                <a:latin typeface="Tahoma" panose="020B0604030504040204" pitchFamily="34" charset="0"/>
                <a:ea typeface="Tahoma" panose="020B0604030504040204" pitchFamily="34" charset="0"/>
                <a:cs typeface="Tahoma" panose="020B0604030504040204" pitchFamily="34" charset="0"/>
              </a:rPr>
              <a:t>RECOGNIZE THE LOVE OF GOD. IT IS NOT OUR SIN BUT GOD’S LOVE THAT IS CENTRAL. WHEN GOD’S LOVE TOUCHES US, WE SEE HOW FAR WE HAVE BEEN FROM HIM, AND FROM REALLY LIVING THE RIGHT RELATIONSHIP WITH OTHERS AND OURSELVES.</a:t>
            </a:r>
          </a:p>
          <a:p>
            <a:pPr marL="457200" lvl="1" indent="0">
              <a:buNone/>
            </a:pPr>
            <a:endParaRPr lang="en-US" altLang="en-US" sz="2000" b="1" dirty="0">
              <a:latin typeface="Tahoma" panose="020B0604030504040204" pitchFamily="34" charset="0"/>
              <a:ea typeface="Tahoma" panose="020B0604030504040204" pitchFamily="34" charset="0"/>
              <a:cs typeface="Tahoma" panose="020B0604030504040204" pitchFamily="34" charset="0"/>
            </a:endParaRPr>
          </a:p>
          <a:p>
            <a:pPr lvl="1"/>
            <a:r>
              <a:rPr lang="en-US" altLang="en-US" sz="2400" b="1" dirty="0">
                <a:latin typeface="Tahoma" panose="020B0604030504040204" pitchFamily="34" charset="0"/>
                <a:ea typeface="Tahoma" panose="020B0604030504040204" pitchFamily="34" charset="0"/>
                <a:cs typeface="Tahoma" panose="020B0604030504040204" pitchFamily="34" charset="0"/>
              </a:rPr>
              <a:t>DISCOVER WHO AND WHAT NEEDS TO BE FORGIVEN, AND HOW.</a:t>
            </a:r>
          </a:p>
          <a:p>
            <a:pPr>
              <a:buFontTx/>
              <a:buNone/>
            </a:pPr>
            <a:endParaRPr lang="en-US" altLang="en-US" b="1" dirty="0">
              <a:effectLst>
                <a:outerShdw blurRad="38100" dist="38100" dir="2700000" algn="tl">
                  <a:srgbClr val="C0C0C0"/>
                </a:outerShdw>
              </a:effectLst>
              <a:latin typeface="Tahoma" panose="020B0604030504040204" pitchFamily="34" charset="0"/>
            </a:endParaRPr>
          </a:p>
          <a:p>
            <a:endParaRPr lang="en-US" altLang="en-US" b="1" dirty="0">
              <a:effectLst>
                <a:outerShdw blurRad="38100" dist="38100" dir="2700000" algn="tl">
                  <a:srgbClr val="C0C0C0"/>
                </a:outerShdw>
              </a:effectLst>
              <a:latin typeface="Tahoma" panose="020B060403050404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BEA558C4-8362-EF82-D2DE-EABC07021B24}"/>
              </a:ext>
            </a:extLst>
          </p:cNvPr>
          <p:cNvSpPr>
            <a:spLocks noGrp="1" noChangeArrowheads="1"/>
          </p:cNvSpPr>
          <p:nvPr>
            <p:ph type="title"/>
          </p:nvPr>
        </p:nvSpPr>
        <p:spPr/>
        <p:txBody>
          <a:bodyPr/>
          <a:lstStyle/>
          <a:p>
            <a:r>
              <a:rPr lang="en-US" altLang="en-US" sz="4000" b="1" dirty="0">
                <a:effectLst>
                  <a:outerShdw blurRad="38100" dist="38100" dir="2700000" algn="tl">
                    <a:srgbClr val="C0C0C0"/>
                  </a:outerShdw>
                </a:effectLst>
                <a:latin typeface="Tahoma" panose="020B0604030504040204" pitchFamily="34" charset="0"/>
              </a:rPr>
              <a:t>ACCOMPLISHING FORGIVENESS</a:t>
            </a:r>
          </a:p>
        </p:txBody>
      </p:sp>
      <p:sp>
        <p:nvSpPr>
          <p:cNvPr id="38915" name="Rectangle 3">
            <a:extLst>
              <a:ext uri="{FF2B5EF4-FFF2-40B4-BE49-F238E27FC236}">
                <a16:creationId xmlns:a16="http://schemas.microsoft.com/office/drawing/2014/main" id="{D293937E-E2D1-914E-F329-8E08ABF9C028}"/>
              </a:ext>
            </a:extLst>
          </p:cNvPr>
          <p:cNvSpPr>
            <a:spLocks noGrp="1" noChangeArrowheads="1"/>
          </p:cNvSpPr>
          <p:nvPr>
            <p:ph type="body" idx="1"/>
          </p:nvPr>
        </p:nvSpPr>
        <p:spPr/>
        <p:txBody>
          <a:bodyPr/>
          <a:lstStyle/>
          <a:p>
            <a:pPr marL="0" indent="0" eaLnBrk="1" fontAlgn="auto" hangingPunct="1">
              <a:lnSpc>
                <a:spcPct val="80000"/>
              </a:lnSpc>
              <a:buClr>
                <a:schemeClr val="accent1">
                  <a:lumMod val="75000"/>
                </a:schemeClr>
              </a:buClr>
              <a:buFont typeface="Arial"/>
              <a:buNone/>
              <a:defRPr/>
            </a:pPr>
            <a:r>
              <a:rPr lang="en-US" altLang="en-US" sz="2800" b="1" u="sng" dirty="0">
                <a:latin typeface="Tahoma" panose="020B0604030504040204" pitchFamily="34" charset="0"/>
                <a:ea typeface="Tahoma" panose="020B0604030504040204" pitchFamily="34" charset="0"/>
                <a:cs typeface="Tahoma" panose="020B0604030504040204" pitchFamily="34" charset="0"/>
              </a:rPr>
              <a:t>THE PROCESS OF LEADING TO FORGIVENESS</a:t>
            </a:r>
            <a:r>
              <a:rPr lang="en-US" altLang="en-US" sz="2800" u="sng" dirty="0">
                <a:latin typeface="Tahoma" panose="020B0604030504040204" pitchFamily="34" charset="0"/>
                <a:ea typeface="Tahoma" panose="020B0604030504040204" pitchFamily="34" charset="0"/>
                <a:cs typeface="Tahoma" panose="020B0604030504040204" pitchFamily="34" charset="0"/>
              </a:rPr>
              <a:t>:</a:t>
            </a:r>
          </a:p>
          <a:p>
            <a:pPr eaLnBrk="1" fontAlgn="auto" hangingPunct="1">
              <a:lnSpc>
                <a:spcPct val="80000"/>
              </a:lnSpc>
              <a:buClr>
                <a:schemeClr val="accent1">
                  <a:lumMod val="75000"/>
                </a:schemeClr>
              </a:buClr>
              <a:buFont typeface="Arial"/>
              <a:buChar char="•"/>
              <a:defRPr/>
            </a:pPr>
            <a:r>
              <a:rPr lang="en-US" altLang="en-US" sz="2800" b="1" dirty="0">
                <a:latin typeface="Tahoma" panose="020B0604030504040204" pitchFamily="34" charset="0"/>
                <a:ea typeface="Tahoma" panose="020B0604030504040204" pitchFamily="34" charset="0"/>
                <a:cs typeface="Tahoma" panose="020B0604030504040204" pitchFamily="34" charset="0"/>
              </a:rPr>
              <a:t>RECOGNIZE AREAS OF UNFORGIVENESS</a:t>
            </a:r>
          </a:p>
          <a:p>
            <a:pPr eaLnBrk="1" fontAlgn="auto" hangingPunct="1">
              <a:lnSpc>
                <a:spcPct val="80000"/>
              </a:lnSpc>
              <a:buClr>
                <a:schemeClr val="accent1">
                  <a:lumMod val="75000"/>
                </a:schemeClr>
              </a:buClr>
              <a:buFont typeface="Arial"/>
              <a:buChar char="•"/>
              <a:defRPr/>
            </a:pPr>
            <a:r>
              <a:rPr lang="en-US" altLang="en-US" sz="2800" b="1" dirty="0">
                <a:latin typeface="Tahoma" panose="020B0604030504040204" pitchFamily="34" charset="0"/>
                <a:ea typeface="Tahoma" panose="020B0604030504040204" pitchFamily="34" charset="0"/>
                <a:cs typeface="Tahoma" panose="020B0604030504040204" pitchFamily="34" charset="0"/>
              </a:rPr>
              <a:t>ENCOURAGE FORGIVENESS BY FAITH</a:t>
            </a:r>
          </a:p>
          <a:p>
            <a:pPr eaLnBrk="1" fontAlgn="auto" hangingPunct="1">
              <a:lnSpc>
                <a:spcPct val="80000"/>
              </a:lnSpc>
              <a:buClr>
                <a:schemeClr val="accent1">
                  <a:lumMod val="75000"/>
                </a:schemeClr>
              </a:buClr>
              <a:buFont typeface="Arial"/>
              <a:buChar char="•"/>
              <a:defRPr/>
            </a:pPr>
            <a:r>
              <a:rPr lang="en-US" altLang="en-US" sz="2800" b="1" dirty="0">
                <a:latin typeface="Tahoma" panose="020B0604030504040204" pitchFamily="34" charset="0"/>
                <a:ea typeface="Tahoma" panose="020B0604030504040204" pitchFamily="34" charset="0"/>
                <a:cs typeface="Tahoma" panose="020B0604030504040204" pitchFamily="34" charset="0"/>
              </a:rPr>
              <a:t>PRAY ALOUD TO EXPRESS FORGIVENESS</a:t>
            </a:r>
          </a:p>
          <a:p>
            <a:pPr eaLnBrk="1" fontAlgn="auto" hangingPunct="1">
              <a:lnSpc>
                <a:spcPct val="80000"/>
              </a:lnSpc>
              <a:buClr>
                <a:schemeClr val="accent1">
                  <a:lumMod val="75000"/>
                </a:schemeClr>
              </a:buClr>
              <a:buFont typeface="Arial"/>
              <a:buChar char="•"/>
              <a:defRPr/>
            </a:pPr>
            <a:r>
              <a:rPr lang="en-US" altLang="en-US" sz="2800" b="1" dirty="0">
                <a:latin typeface="Tahoma" panose="020B0604030504040204" pitchFamily="34" charset="0"/>
                <a:ea typeface="Tahoma" panose="020B0604030504040204" pitchFamily="34" charset="0"/>
                <a:cs typeface="Tahoma" panose="020B0604030504040204" pitchFamily="34" charset="0"/>
              </a:rPr>
              <a:t>REPAY WITH BLESSINGS</a:t>
            </a:r>
          </a:p>
          <a:p>
            <a:pPr eaLnBrk="1" fontAlgn="auto" hangingPunct="1">
              <a:lnSpc>
                <a:spcPct val="80000"/>
              </a:lnSpc>
              <a:buClr>
                <a:schemeClr val="accent1">
                  <a:lumMod val="75000"/>
                </a:schemeClr>
              </a:buClr>
              <a:buFont typeface="Arial"/>
              <a:buChar char="•"/>
              <a:defRPr/>
            </a:pPr>
            <a:r>
              <a:rPr lang="en-US" altLang="en-US" sz="2800" b="1" dirty="0">
                <a:latin typeface="Tahoma" panose="020B0604030504040204" pitchFamily="34" charset="0"/>
                <a:ea typeface="Tahoma" panose="020B0604030504040204" pitchFamily="34" charset="0"/>
                <a:cs typeface="Tahoma" panose="020B0604030504040204" pitchFamily="34" charset="0"/>
              </a:rPr>
              <a:t>FORGIVE SELF</a:t>
            </a:r>
          </a:p>
          <a:p>
            <a:pPr eaLnBrk="1" fontAlgn="auto" hangingPunct="1">
              <a:lnSpc>
                <a:spcPct val="80000"/>
              </a:lnSpc>
              <a:buClr>
                <a:schemeClr val="accent1">
                  <a:lumMod val="75000"/>
                </a:schemeClr>
              </a:buClr>
              <a:buFont typeface="Arial"/>
              <a:buChar char="•"/>
              <a:defRPr/>
            </a:pPr>
            <a:r>
              <a:rPr lang="en-US" altLang="en-US" sz="2800" b="1" dirty="0">
                <a:latin typeface="Tahoma" panose="020B0604030504040204" pitchFamily="34" charset="0"/>
                <a:ea typeface="Tahoma" panose="020B0604030504040204" pitchFamily="34" charset="0"/>
                <a:cs typeface="Tahoma" panose="020B0604030504040204" pitchFamily="34" charset="0"/>
              </a:rPr>
              <a:t>RECEIVE THE SACRAMENT OF RECONCILIATION AND HOLY EUCHARIST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524CE-D778-E3E6-89DF-92C3C62F3FC4}"/>
              </a:ext>
            </a:extLst>
          </p:cNvPr>
          <p:cNvSpPr>
            <a:spLocks noGrp="1"/>
          </p:cNvSpPr>
          <p:nvPr>
            <p:ph type="title"/>
          </p:nvPr>
        </p:nvSpPr>
        <p:spPr/>
        <p:txBody>
          <a:bodyPr/>
          <a:lstStyle/>
          <a:p>
            <a:r>
              <a:rPr lang="en-US" altLang="en-US" sz="4400" b="1" dirty="0">
                <a:effectLst>
                  <a:outerShdw blurRad="38100" dist="38100" dir="2700000" algn="tl">
                    <a:srgbClr val="C0C0C0"/>
                  </a:outerShdw>
                </a:effectLst>
                <a:latin typeface="Tahoma" panose="020B0604030504040204" pitchFamily="34" charset="0"/>
              </a:rPr>
              <a:t>ACCOMPLISHING FORGIVENESS</a:t>
            </a:r>
            <a:endParaRPr lang="en-US" dirty="0"/>
          </a:p>
        </p:txBody>
      </p:sp>
      <p:sp>
        <p:nvSpPr>
          <p:cNvPr id="3" name="Content Placeholder 2">
            <a:extLst>
              <a:ext uri="{FF2B5EF4-FFF2-40B4-BE49-F238E27FC236}">
                <a16:creationId xmlns:a16="http://schemas.microsoft.com/office/drawing/2014/main" id="{68608049-6089-0FD3-0CA8-C817EF97A1BB}"/>
              </a:ext>
            </a:extLst>
          </p:cNvPr>
          <p:cNvSpPr>
            <a:spLocks noGrp="1"/>
          </p:cNvSpPr>
          <p:nvPr>
            <p:ph idx="1"/>
          </p:nvPr>
        </p:nvSpPr>
        <p:spPr/>
        <p:txBody>
          <a:bodyPr/>
          <a:lstStyle/>
          <a:p>
            <a:pPr marL="457200" lvl="1" indent="0" algn="ctr" eaLnBrk="1" fontAlgn="auto" hangingPunct="1">
              <a:lnSpc>
                <a:spcPct val="90000"/>
              </a:lnSpc>
              <a:buClr>
                <a:schemeClr val="accent1">
                  <a:lumMod val="75000"/>
                </a:schemeClr>
              </a:buClr>
              <a:buFont typeface="Arial"/>
              <a:buNone/>
              <a:defRPr/>
            </a:pPr>
            <a:r>
              <a:rPr lang="en-US" altLang="en-US" sz="3200" b="1" u="sng" dirty="0"/>
              <a:t>CLOSING THOUGHTS</a:t>
            </a:r>
          </a:p>
          <a:p>
            <a:pPr lvl="1" eaLnBrk="1" fontAlgn="auto" hangingPunct="1">
              <a:lnSpc>
                <a:spcPct val="90000"/>
              </a:lnSpc>
              <a:buClr>
                <a:schemeClr val="accent1">
                  <a:lumMod val="75000"/>
                </a:schemeClr>
              </a:buClr>
              <a:buFont typeface="Arial"/>
              <a:buChar char="•"/>
              <a:defRPr/>
            </a:pPr>
            <a:r>
              <a:rPr lang="en-US" altLang="en-US" sz="2400" b="1" dirty="0">
                <a:latin typeface="Tahoma" panose="020B0604030504040204" pitchFamily="34" charset="0"/>
                <a:ea typeface="Tahoma" panose="020B0604030504040204" pitchFamily="34" charset="0"/>
                <a:cs typeface="Tahoma" panose="020B0604030504040204" pitchFamily="34" charset="0"/>
              </a:rPr>
              <a:t>EVERY DAY, WE ARE CHALLENGED TO MAKE A DECISION </a:t>
            </a:r>
            <a:r>
              <a:rPr lang="mr-IN" altLang="en-US" sz="2400" b="1" dirty="0">
                <a:latin typeface="Tahoma" panose="020B0604030504040204" pitchFamily="34" charset="0"/>
                <a:ea typeface="Tahoma" panose="020B0604030504040204" pitchFamily="34" charset="0"/>
              </a:rPr>
              <a:t>–</a:t>
            </a:r>
            <a:r>
              <a:rPr lang="en-US" altLang="en-US" sz="2400" b="1" dirty="0">
                <a:latin typeface="Tahoma" panose="020B0604030504040204" pitchFamily="34" charset="0"/>
                <a:ea typeface="Tahoma" panose="020B0604030504040204" pitchFamily="34" charset="0"/>
                <a:cs typeface="Tahoma" panose="020B0604030504040204" pitchFamily="34" charset="0"/>
              </a:rPr>
              <a:t> TO FORGIVE OR TO LOVE.</a:t>
            </a:r>
          </a:p>
          <a:p>
            <a:pPr lvl="1" eaLnBrk="1" fontAlgn="auto" hangingPunct="1">
              <a:lnSpc>
                <a:spcPct val="90000"/>
              </a:lnSpc>
              <a:buClr>
                <a:schemeClr val="accent1">
                  <a:lumMod val="75000"/>
                </a:schemeClr>
              </a:buClr>
              <a:buFont typeface="Arial"/>
              <a:buChar char="•"/>
              <a:defRPr/>
            </a:pPr>
            <a:r>
              <a:rPr lang="en-US" altLang="en-US" sz="2400" b="1" dirty="0">
                <a:latin typeface="Tahoma" panose="020B0604030504040204" pitchFamily="34" charset="0"/>
                <a:ea typeface="Tahoma" panose="020B0604030504040204" pitchFamily="34" charset="0"/>
                <a:cs typeface="Tahoma" panose="020B0604030504040204" pitchFamily="34" charset="0"/>
              </a:rPr>
              <a:t>FORGIVENESS IS A GIFT  YOU GIVE TO YOURSELF.</a:t>
            </a:r>
          </a:p>
          <a:p>
            <a:pPr lvl="1" eaLnBrk="1" fontAlgn="auto" hangingPunct="1">
              <a:lnSpc>
                <a:spcPct val="90000"/>
              </a:lnSpc>
              <a:buClr>
                <a:schemeClr val="accent1">
                  <a:lumMod val="75000"/>
                </a:schemeClr>
              </a:buClr>
              <a:buFont typeface="Arial"/>
              <a:buChar char="•"/>
              <a:defRPr/>
            </a:pPr>
            <a:r>
              <a:rPr lang="en-US" altLang="en-US" sz="2400" b="1" dirty="0">
                <a:latin typeface="Tahoma" panose="020B0604030504040204" pitchFamily="34" charset="0"/>
                <a:ea typeface="Tahoma" panose="020B0604030504040204" pitchFamily="34" charset="0"/>
                <a:cs typeface="Tahoma" panose="020B0604030504040204" pitchFamily="34" charset="0"/>
              </a:rPr>
              <a:t>FORGIVENESS IS NOT TOTAL FORGIVENESS UNTIL WE BLESS OUR ENEMIES.</a:t>
            </a:r>
          </a:p>
          <a:p>
            <a:pPr lvl="1" eaLnBrk="1" fontAlgn="auto" hangingPunct="1">
              <a:lnSpc>
                <a:spcPct val="90000"/>
              </a:lnSpc>
              <a:buClr>
                <a:schemeClr val="accent1">
                  <a:lumMod val="75000"/>
                </a:schemeClr>
              </a:buClr>
              <a:buFont typeface="Arial"/>
              <a:buChar char="•"/>
              <a:defRPr/>
            </a:pPr>
            <a:r>
              <a:rPr lang="en-US" altLang="en-US" sz="2400" b="1" dirty="0">
                <a:latin typeface="Tahoma" panose="020B0604030504040204" pitchFamily="34" charset="0"/>
                <a:ea typeface="Tahoma" panose="020B0604030504040204" pitchFamily="34" charset="0"/>
                <a:cs typeface="Tahoma" panose="020B0604030504040204" pitchFamily="34" charset="0"/>
              </a:rPr>
              <a:t>POPE FRANCIS </a:t>
            </a:r>
            <a:r>
              <a:rPr lang="mr-IN" altLang="en-US" sz="2400" b="1" dirty="0">
                <a:latin typeface="Tahoma" panose="020B0604030504040204" pitchFamily="34" charset="0"/>
                <a:ea typeface="Tahoma" panose="020B0604030504040204" pitchFamily="34" charset="0"/>
              </a:rPr>
              <a:t>–</a:t>
            </a:r>
            <a:r>
              <a:rPr lang="en-US" altLang="en-US" sz="2400" b="1" dirty="0">
                <a:latin typeface="Tahoma" panose="020B0604030504040204" pitchFamily="34" charset="0"/>
                <a:ea typeface="Tahoma" panose="020B0604030504040204" pitchFamily="34" charset="0"/>
                <a:cs typeface="Tahoma" panose="020B0604030504040204" pitchFamily="34" charset="0"/>
              </a:rPr>
              <a:t> “ FORGIVENESS IS THE JOY OF GOD.  JOY OF GOD IS ULTIMATELY FOUND IN PARDONING ANOTHER FOR HIS WRONGDOING. THE JOY OF GOD IS TO FORGIVE”.</a:t>
            </a:r>
          </a:p>
          <a:p>
            <a:endParaRPr lang="en-US" dirty="0"/>
          </a:p>
        </p:txBody>
      </p:sp>
    </p:spTree>
    <p:extLst>
      <p:ext uri="{BB962C8B-B14F-4D97-AF65-F5344CB8AC3E}">
        <p14:creationId xmlns:p14="http://schemas.microsoft.com/office/powerpoint/2010/main" val="26112446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694F8CF1-3119-A16D-5066-A8BC585781C0}"/>
              </a:ext>
            </a:extLst>
          </p:cNvPr>
          <p:cNvSpPr>
            <a:spLocks noGrp="1" noChangeArrowheads="1"/>
          </p:cNvSpPr>
          <p:nvPr>
            <p:ph type="title"/>
          </p:nvPr>
        </p:nvSpPr>
        <p:spPr/>
        <p:txBody>
          <a:bodyPr/>
          <a:lstStyle/>
          <a:p>
            <a:r>
              <a:rPr lang="en-US" altLang="en-US" sz="4000" b="1">
                <a:effectLst>
                  <a:outerShdw blurRad="38100" dist="38100" dir="2700000" algn="tl">
                    <a:srgbClr val="C0C0C0"/>
                  </a:outerShdw>
                </a:effectLst>
                <a:latin typeface="Tahoma" panose="020B0604030504040204" pitchFamily="34" charset="0"/>
              </a:rPr>
              <a:t>ACCOMPLISHING FORGIVENESSf</a:t>
            </a:r>
          </a:p>
        </p:txBody>
      </p:sp>
      <p:sp>
        <p:nvSpPr>
          <p:cNvPr id="39939" name="Rectangle 3">
            <a:extLst>
              <a:ext uri="{FF2B5EF4-FFF2-40B4-BE49-F238E27FC236}">
                <a16:creationId xmlns:a16="http://schemas.microsoft.com/office/drawing/2014/main" id="{416F5C48-1356-2CE2-8334-589008F8C981}"/>
              </a:ext>
            </a:extLst>
          </p:cNvPr>
          <p:cNvSpPr>
            <a:spLocks noGrp="1" noChangeArrowheads="1"/>
          </p:cNvSpPr>
          <p:nvPr>
            <p:ph type="body" idx="1"/>
          </p:nvPr>
        </p:nvSpPr>
        <p:spPr/>
        <p:txBody>
          <a:bodyPr/>
          <a:lstStyle/>
          <a:p>
            <a:pPr algn="ctr">
              <a:lnSpc>
                <a:spcPct val="90000"/>
              </a:lnSpc>
              <a:buFontTx/>
              <a:buNone/>
            </a:pPr>
            <a:r>
              <a:rPr lang="en-US" altLang="en-US" sz="2400" b="1" u="sng">
                <a:effectLst>
                  <a:outerShdw blurRad="38100" dist="38100" dir="2700000" algn="tl">
                    <a:srgbClr val="C0C0C0"/>
                  </a:outerShdw>
                </a:effectLst>
                <a:latin typeface="Tahoma" panose="020B0604030504040204" pitchFamily="34" charset="0"/>
              </a:rPr>
              <a:t>Sample Prayer of Forgiveness</a:t>
            </a:r>
          </a:p>
          <a:p>
            <a:pPr>
              <a:lnSpc>
                <a:spcPct val="90000"/>
              </a:lnSpc>
              <a:buFontTx/>
              <a:buNone/>
            </a:pPr>
            <a:r>
              <a:rPr lang="en-US" altLang="en-US" sz="2400" b="1">
                <a:effectLst>
                  <a:outerShdw blurRad="38100" dist="38100" dir="2700000" algn="tl">
                    <a:srgbClr val="C0C0C0"/>
                  </a:outerShdw>
                </a:effectLst>
                <a:latin typeface="Tahoma" panose="020B0604030504040204" pitchFamily="34" charset="0"/>
              </a:rPr>
              <a:t>	Thank you, Jesus, for taking forgiveness out of my hands.  It is not an option.  You simply said I have to do it, yet I can’t even  do that! Do for me what I cannot do for myself.  By myself, I cannot forgive.  But for your sake, Jesus, as an act of my will, I give you any right I felt was mine to throw people, even myself, into a debtor’s prison.  Lord, I release </a:t>
            </a:r>
            <a:r>
              <a:rPr lang="en-US" altLang="en-US" sz="1200" b="1">
                <a:effectLst>
                  <a:outerShdw blurRad="38100" dist="38100" dir="2700000" algn="tl">
                    <a:srgbClr val="C0C0C0"/>
                  </a:outerShdw>
                </a:effectLst>
                <a:latin typeface="Tahoma" panose="020B0604030504040204" pitchFamily="34" charset="0"/>
              </a:rPr>
              <a:t>_______;</a:t>
            </a:r>
            <a:r>
              <a:rPr lang="en-US" altLang="en-US" sz="2400" b="1">
                <a:effectLst>
                  <a:outerShdw blurRad="38100" dist="38100" dir="2700000" algn="tl">
                    <a:srgbClr val="C0C0C0"/>
                  </a:outerShdw>
                </a:effectLst>
                <a:latin typeface="Tahoma" panose="020B0604030504040204" pitchFamily="34" charset="0"/>
              </a:rPr>
              <a:t> I forgive them for _______.  Jesus before you and my counselor as witness, they owe me nothing.  I give you the right to hold them accountable for their actions. Lord, dismantle the prison I build for others.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4E6D57ED-CC11-B3EF-AFDB-423A63A95230}"/>
              </a:ext>
            </a:extLst>
          </p:cNvPr>
          <p:cNvSpPr>
            <a:spLocks noGrp="1" noChangeArrowheads="1"/>
          </p:cNvSpPr>
          <p:nvPr>
            <p:ph type="title"/>
          </p:nvPr>
        </p:nvSpPr>
        <p:spPr/>
        <p:txBody>
          <a:bodyPr/>
          <a:lstStyle/>
          <a:p>
            <a:r>
              <a:rPr lang="en-US" altLang="en-US" sz="4000" b="1">
                <a:effectLst>
                  <a:outerShdw blurRad="38100" dist="38100" dir="2700000" algn="tl">
                    <a:srgbClr val="C0C0C0"/>
                  </a:outerShdw>
                </a:effectLst>
                <a:latin typeface="Tahoma" panose="020B0604030504040204" pitchFamily="34" charset="0"/>
              </a:rPr>
              <a:t>ACCOMPLISHING FORGIVENESS</a:t>
            </a:r>
          </a:p>
        </p:txBody>
      </p:sp>
      <p:sp>
        <p:nvSpPr>
          <p:cNvPr id="40963" name="Rectangle 3">
            <a:extLst>
              <a:ext uri="{FF2B5EF4-FFF2-40B4-BE49-F238E27FC236}">
                <a16:creationId xmlns:a16="http://schemas.microsoft.com/office/drawing/2014/main" id="{AC2BC0EA-01D2-0F52-00C2-0817E0131D12}"/>
              </a:ext>
            </a:extLst>
          </p:cNvPr>
          <p:cNvSpPr>
            <a:spLocks noGrp="1" noChangeArrowheads="1"/>
          </p:cNvSpPr>
          <p:nvPr>
            <p:ph type="body" idx="1"/>
          </p:nvPr>
        </p:nvSpPr>
        <p:spPr/>
        <p:txBody>
          <a:bodyPr/>
          <a:lstStyle/>
          <a:p>
            <a:pPr>
              <a:lnSpc>
                <a:spcPct val="80000"/>
              </a:lnSpc>
              <a:buFontTx/>
              <a:buNone/>
            </a:pPr>
            <a:r>
              <a:rPr lang="en-US" altLang="en-US" sz="2800" b="1">
                <a:effectLst>
                  <a:outerShdw blurRad="38100" dist="38100" dir="2700000" algn="tl">
                    <a:srgbClr val="C0C0C0"/>
                  </a:outerShdw>
                </a:effectLst>
                <a:latin typeface="Tahoma" panose="020B0604030504040204" pitchFamily="34" charset="0"/>
              </a:rPr>
              <a:t>	Lord, take the keys to the prison of unforgiveness I build for myself.  Release me from trying to make up for </a:t>
            </a:r>
            <a:r>
              <a:rPr lang="en-US" altLang="en-US" sz="1200" b="1" u="sng">
                <a:effectLst>
                  <a:outerShdw blurRad="38100" dist="38100" dir="2700000" algn="tl">
                    <a:srgbClr val="C0C0C0"/>
                  </a:outerShdw>
                </a:effectLst>
                <a:latin typeface="Tahoma" panose="020B0604030504040204" pitchFamily="34" charset="0"/>
              </a:rPr>
              <a:t>what I did, judgments I made, etc</a:t>
            </a:r>
            <a:r>
              <a:rPr lang="en-US" altLang="en-US" sz="2800" b="1">
                <a:effectLst>
                  <a:outerShdw blurRad="38100" dist="38100" dir="2700000" algn="tl">
                    <a:srgbClr val="C0C0C0"/>
                  </a:outerShdw>
                </a:effectLst>
                <a:latin typeface="Tahoma" panose="020B0604030504040204" pitchFamily="34" charset="0"/>
              </a:rPr>
              <a:t>, the prison of trying to be worthy.  You alone are my worth, I give you my feelings of unworthiness. Help me to forgive myself for what I did/did not do.  Release me to receive the forgiveness you want to give.  I give you the right to hold me accountable for my actions of lack thereof.  You know what to require of me and of others, and when to give mercy.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75FA4DD5-A38C-727C-AAD0-28622140E7E9}"/>
              </a:ext>
            </a:extLst>
          </p:cNvPr>
          <p:cNvSpPr>
            <a:spLocks noGrp="1" noChangeArrowheads="1"/>
          </p:cNvSpPr>
          <p:nvPr>
            <p:ph type="title"/>
          </p:nvPr>
        </p:nvSpPr>
        <p:spPr/>
        <p:txBody>
          <a:bodyPr/>
          <a:lstStyle/>
          <a:p>
            <a:r>
              <a:rPr lang="en-US" altLang="en-US" sz="4000" b="1">
                <a:effectLst>
                  <a:outerShdw blurRad="38100" dist="38100" dir="2700000" algn="tl">
                    <a:srgbClr val="C0C0C0"/>
                  </a:outerShdw>
                </a:effectLst>
                <a:latin typeface="Tahoma" panose="020B0604030504040204" pitchFamily="34" charset="0"/>
              </a:rPr>
              <a:t>ACCOMPLISHING FORGIVENESS</a:t>
            </a:r>
          </a:p>
        </p:txBody>
      </p:sp>
      <p:sp>
        <p:nvSpPr>
          <p:cNvPr id="41987" name="Rectangle 3">
            <a:extLst>
              <a:ext uri="{FF2B5EF4-FFF2-40B4-BE49-F238E27FC236}">
                <a16:creationId xmlns:a16="http://schemas.microsoft.com/office/drawing/2014/main" id="{5910E80C-739E-2BB7-691F-5983E6A3D5AA}"/>
              </a:ext>
            </a:extLst>
          </p:cNvPr>
          <p:cNvSpPr>
            <a:spLocks noGrp="1" noChangeArrowheads="1"/>
          </p:cNvSpPr>
          <p:nvPr>
            <p:ph type="body" idx="1"/>
          </p:nvPr>
        </p:nvSpPr>
        <p:spPr/>
        <p:txBody>
          <a:bodyPr/>
          <a:lstStyle/>
          <a:p>
            <a:pPr>
              <a:lnSpc>
                <a:spcPct val="90000"/>
              </a:lnSpc>
              <a:buFontTx/>
              <a:buNone/>
            </a:pPr>
            <a:r>
              <a:rPr lang="en-US" altLang="en-US" sz="2800" b="1">
                <a:effectLst>
                  <a:outerShdw blurRad="38100" dist="38100" dir="2700000" algn="tl">
                    <a:srgbClr val="C0C0C0"/>
                  </a:outerShdw>
                </a:effectLst>
                <a:latin typeface="Tahoma" panose="020B0604030504040204" pitchFamily="34" charset="0"/>
              </a:rPr>
              <a:t>	I release you, God from the expectations I have had of you.  Your ways are not my ways.  I can never wrap my mind around forgiveness.  I do not understand it and I don’t know how it works.  When you did do what I expected or wanted of you I became angry and resented you.  I forgive you Lord for what I perceived to be sins of omission on your part.  Forgive me, Lord, for my anger and resentment and help me accept you and your ways.  Teach me your ways.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5770B90D-CECA-4545-FD71-024B079639B1}"/>
              </a:ext>
            </a:extLst>
          </p:cNvPr>
          <p:cNvSpPr>
            <a:spLocks noGrp="1" noChangeArrowheads="1"/>
          </p:cNvSpPr>
          <p:nvPr>
            <p:ph type="title"/>
          </p:nvPr>
        </p:nvSpPr>
        <p:spPr/>
        <p:txBody>
          <a:bodyPr/>
          <a:lstStyle/>
          <a:p>
            <a:r>
              <a:rPr lang="en-US" altLang="en-US" sz="4000" b="1">
                <a:effectLst>
                  <a:outerShdw blurRad="38100" dist="38100" dir="2700000" algn="tl">
                    <a:srgbClr val="C0C0C0"/>
                  </a:outerShdw>
                </a:effectLst>
                <a:latin typeface="Tahoma" panose="020B0604030504040204" pitchFamily="34" charset="0"/>
              </a:rPr>
              <a:t>ACCOMPLISHING FORGIVENESS</a:t>
            </a:r>
          </a:p>
        </p:txBody>
      </p:sp>
      <p:sp>
        <p:nvSpPr>
          <p:cNvPr id="43011" name="Rectangle 3">
            <a:extLst>
              <a:ext uri="{FF2B5EF4-FFF2-40B4-BE49-F238E27FC236}">
                <a16:creationId xmlns:a16="http://schemas.microsoft.com/office/drawing/2014/main" id="{863DF8E8-17F2-27C4-8798-34710FDC5BE8}"/>
              </a:ext>
            </a:extLst>
          </p:cNvPr>
          <p:cNvSpPr>
            <a:spLocks noGrp="1" noChangeArrowheads="1"/>
          </p:cNvSpPr>
          <p:nvPr>
            <p:ph type="body" idx="1"/>
          </p:nvPr>
        </p:nvSpPr>
        <p:spPr/>
        <p:txBody>
          <a:bodyPr/>
          <a:lstStyle/>
          <a:p>
            <a:pPr>
              <a:lnSpc>
                <a:spcPct val="80000"/>
              </a:lnSpc>
              <a:buFontTx/>
              <a:buNone/>
            </a:pPr>
            <a:r>
              <a:rPr lang="en-US" altLang="en-US" sz="2800" b="1">
                <a:effectLst>
                  <a:outerShdw blurRad="38100" dist="38100" dir="2700000" algn="tl">
                    <a:srgbClr val="C0C0C0"/>
                  </a:outerShdw>
                </a:effectLst>
                <a:latin typeface="Tahoma" panose="020B0604030504040204" pitchFamily="34" charset="0"/>
              </a:rPr>
              <a:t>	I often want those who hurt me to hurt like I do.  I want them to know the enormity of what they do to me and I want them to be sorry – but that is vengeance and that is your territory.  Forgive me for taking your place.  Forgive my desire for vengeance.  Thank you that I do not have to pretend it is all right or pretend it does not hurt or matter.  Thank you for listening to my expression of pain.  My hurt and my sin matter to you so much that you provided forgiveness for my healing.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3168DB42-0CA2-C76D-8D54-7462460D8EEE}"/>
              </a:ext>
            </a:extLst>
          </p:cNvPr>
          <p:cNvSpPr>
            <a:spLocks noGrp="1" noChangeArrowheads="1"/>
          </p:cNvSpPr>
          <p:nvPr>
            <p:ph type="title"/>
          </p:nvPr>
        </p:nvSpPr>
        <p:spPr/>
        <p:txBody>
          <a:bodyPr/>
          <a:lstStyle/>
          <a:p>
            <a:r>
              <a:rPr lang="en-US" altLang="en-US" sz="4000" b="1">
                <a:effectLst>
                  <a:outerShdw blurRad="38100" dist="38100" dir="2700000" algn="tl">
                    <a:srgbClr val="C0C0C0"/>
                  </a:outerShdw>
                </a:effectLst>
                <a:latin typeface="Tahoma" panose="020B0604030504040204" pitchFamily="34" charset="0"/>
              </a:rPr>
              <a:t>ACCOMPLISHING FORGIVENESS</a:t>
            </a:r>
          </a:p>
        </p:txBody>
      </p:sp>
      <p:sp>
        <p:nvSpPr>
          <p:cNvPr id="44035" name="Rectangle 3">
            <a:extLst>
              <a:ext uri="{FF2B5EF4-FFF2-40B4-BE49-F238E27FC236}">
                <a16:creationId xmlns:a16="http://schemas.microsoft.com/office/drawing/2014/main" id="{4C153423-1BE5-71B1-EA34-C0A19F169914}"/>
              </a:ext>
            </a:extLst>
          </p:cNvPr>
          <p:cNvSpPr>
            <a:spLocks noGrp="1" noChangeArrowheads="1"/>
          </p:cNvSpPr>
          <p:nvPr>
            <p:ph type="body" idx="1"/>
          </p:nvPr>
        </p:nvSpPr>
        <p:spPr/>
        <p:txBody>
          <a:bodyPr/>
          <a:lstStyle/>
          <a:p>
            <a:pPr>
              <a:lnSpc>
                <a:spcPct val="80000"/>
              </a:lnSpc>
              <a:buFontTx/>
              <a:buNone/>
            </a:pPr>
            <a:r>
              <a:rPr lang="en-US" altLang="en-US" sz="2800" b="1">
                <a:effectLst>
                  <a:outerShdw blurRad="38100" dist="38100" dir="2700000" algn="tl">
                    <a:srgbClr val="C0C0C0"/>
                  </a:outerShdw>
                </a:effectLst>
                <a:latin typeface="Tahoma" panose="020B0604030504040204" pitchFamily="34" charset="0"/>
              </a:rPr>
              <a:t>	Lord, wash my mind, spirit and emotions of the acid of pain, resentment and anger, and clothe me in your righteousness.  I know my emotions will heal in time.  In time I will be able to forgive emotionally as well – I will be able to feel the emotion of being forgiven and of extending forgiveness.  Until then, Lord, keep mending my wounded spirit and bruised emotions.  Thank you for taking care of the legal aspects of forgiveness; of restoring relationship with others, you and the Father. Amen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62488A26-2133-BECA-D097-85BE6967A681}"/>
              </a:ext>
            </a:extLst>
          </p:cNvPr>
          <p:cNvSpPr>
            <a:spLocks noGrp="1" noChangeArrowheads="1"/>
          </p:cNvSpPr>
          <p:nvPr>
            <p:ph type="title"/>
          </p:nvPr>
        </p:nvSpPr>
        <p:spPr/>
        <p:txBody>
          <a:bodyPr/>
          <a:lstStyle/>
          <a:p>
            <a:r>
              <a:rPr lang="en-US" altLang="en-US" sz="4000" b="1">
                <a:effectLst>
                  <a:outerShdw blurRad="38100" dist="38100" dir="2700000" algn="tl">
                    <a:srgbClr val="C0C0C0"/>
                  </a:outerShdw>
                </a:effectLst>
                <a:latin typeface="Tahoma" panose="020B0604030504040204" pitchFamily="34" charset="0"/>
              </a:rPr>
              <a:t>ACCOMPLISHING FORGIVENESS</a:t>
            </a:r>
          </a:p>
        </p:txBody>
      </p:sp>
      <p:sp>
        <p:nvSpPr>
          <p:cNvPr id="45059" name="Rectangle 3">
            <a:extLst>
              <a:ext uri="{FF2B5EF4-FFF2-40B4-BE49-F238E27FC236}">
                <a16:creationId xmlns:a16="http://schemas.microsoft.com/office/drawing/2014/main" id="{E7488261-43FB-B450-D927-463A82D5D3F7}"/>
              </a:ext>
            </a:extLst>
          </p:cNvPr>
          <p:cNvSpPr>
            <a:spLocks noGrp="1" noChangeArrowheads="1"/>
          </p:cNvSpPr>
          <p:nvPr>
            <p:ph type="body" sz="half" idx="1"/>
          </p:nvPr>
        </p:nvSpPr>
        <p:spPr>
          <a:xfrm>
            <a:off x="990600" y="2270125"/>
            <a:ext cx="3581400" cy="3521075"/>
          </a:xfrm>
        </p:spPr>
        <p:txBody>
          <a:bodyPr/>
          <a:lstStyle/>
          <a:p>
            <a:pPr marL="609600" indent="-609600" algn="ctr"/>
            <a:r>
              <a:rPr lang="en-US" altLang="en-US" sz="2800" b="1">
                <a:effectLst>
                  <a:outerShdw blurRad="38100" dist="38100" dir="2700000" algn="tl">
                    <a:srgbClr val="C0C0C0"/>
                  </a:outerShdw>
                </a:effectLst>
                <a:latin typeface="Tahoma" panose="020B0604030504040204" pitchFamily="34" charset="0"/>
              </a:rPr>
              <a:t>Exodus 22:1-5</a:t>
            </a:r>
          </a:p>
          <a:p>
            <a:pPr marL="609600" indent="-609600"/>
            <a:r>
              <a:rPr lang="en-US" altLang="en-US" sz="2800" b="1">
                <a:effectLst>
                  <a:outerShdw blurRad="38100" dist="38100" dir="2700000" algn="tl">
                    <a:srgbClr val="C0C0C0"/>
                  </a:outerShdw>
                </a:effectLst>
                <a:latin typeface="Tahoma" panose="020B0604030504040204" pitchFamily="34" charset="0"/>
              </a:rPr>
              <a:t>Leviticus 6:5</a:t>
            </a:r>
          </a:p>
          <a:p>
            <a:pPr marL="609600" indent="-609600"/>
            <a:r>
              <a:rPr lang="en-US" altLang="en-US" sz="2800" b="1">
                <a:effectLst>
                  <a:outerShdw blurRad="38100" dist="38100" dir="2700000" algn="tl">
                    <a:srgbClr val="C0C0C0"/>
                  </a:outerShdw>
                </a:effectLst>
                <a:latin typeface="Tahoma" panose="020B0604030504040204" pitchFamily="34" charset="0"/>
              </a:rPr>
              <a:t>Numbers 5:7</a:t>
            </a:r>
          </a:p>
          <a:p>
            <a:pPr marL="609600" indent="-609600"/>
            <a:r>
              <a:rPr lang="en-US" altLang="en-US" sz="2800" b="1">
                <a:effectLst>
                  <a:outerShdw blurRad="38100" dist="38100" dir="2700000" algn="tl">
                    <a:srgbClr val="C0C0C0"/>
                  </a:outerShdw>
                </a:effectLst>
                <a:latin typeface="Tahoma" panose="020B0604030504040204" pitchFamily="34" charset="0"/>
              </a:rPr>
              <a:t>Proverbs 6:12-15</a:t>
            </a:r>
          </a:p>
          <a:p>
            <a:pPr marL="609600" indent="-609600"/>
            <a:r>
              <a:rPr lang="en-US" altLang="en-US" sz="2800" b="1">
                <a:effectLst>
                  <a:outerShdw blurRad="38100" dist="38100" dir="2700000" algn="tl">
                    <a:srgbClr val="C0C0C0"/>
                  </a:outerShdw>
                </a:effectLst>
                <a:latin typeface="Tahoma" panose="020B0604030504040204" pitchFamily="34" charset="0"/>
              </a:rPr>
              <a:t>Proverbs 15:4</a:t>
            </a:r>
          </a:p>
          <a:p>
            <a:pPr marL="609600" indent="-609600"/>
            <a:endParaRPr lang="en-US" altLang="en-US" sz="2800" b="1">
              <a:effectLst>
                <a:outerShdw blurRad="38100" dist="38100" dir="2700000" algn="tl">
                  <a:srgbClr val="C0C0C0"/>
                </a:outerShdw>
              </a:effectLst>
              <a:latin typeface="Tahoma" panose="020B0604030504040204" pitchFamily="34" charset="0"/>
            </a:endParaRPr>
          </a:p>
        </p:txBody>
      </p:sp>
      <p:sp>
        <p:nvSpPr>
          <p:cNvPr id="45060" name="Rectangle 4">
            <a:extLst>
              <a:ext uri="{FF2B5EF4-FFF2-40B4-BE49-F238E27FC236}">
                <a16:creationId xmlns:a16="http://schemas.microsoft.com/office/drawing/2014/main" id="{364FC85E-C5A8-CE6B-F581-0961AA005DB3}"/>
              </a:ext>
            </a:extLst>
          </p:cNvPr>
          <p:cNvSpPr>
            <a:spLocks noGrp="1" noChangeArrowheads="1"/>
          </p:cNvSpPr>
          <p:nvPr>
            <p:ph type="body" sz="half" idx="2"/>
          </p:nvPr>
        </p:nvSpPr>
        <p:spPr>
          <a:xfrm>
            <a:off x="4648200" y="2187575"/>
            <a:ext cx="4038600" cy="3938588"/>
          </a:xfrm>
        </p:spPr>
        <p:txBody>
          <a:bodyPr/>
          <a:lstStyle/>
          <a:p>
            <a:r>
              <a:rPr lang="en-US" altLang="en-US" sz="2800" b="1">
                <a:effectLst>
                  <a:outerShdw blurRad="38100" dist="38100" dir="2700000" algn="tl">
                    <a:srgbClr val="C0C0C0"/>
                  </a:outerShdw>
                </a:effectLst>
                <a:latin typeface="Tahoma" panose="020B0604030504040204" pitchFamily="34" charset="0"/>
              </a:rPr>
              <a:t>Proverbs 15:30</a:t>
            </a:r>
          </a:p>
          <a:p>
            <a:r>
              <a:rPr lang="en-US" altLang="en-US" sz="2800" b="1">
                <a:effectLst>
                  <a:outerShdw blurRad="38100" dist="38100" dir="2700000" algn="tl">
                    <a:srgbClr val="C0C0C0"/>
                  </a:outerShdw>
                </a:effectLst>
                <a:latin typeface="Tahoma" panose="020B0604030504040204" pitchFamily="34" charset="0"/>
              </a:rPr>
              <a:t>Proverbs 19:3</a:t>
            </a:r>
          </a:p>
          <a:p>
            <a:r>
              <a:rPr lang="en-US" altLang="en-US" sz="2800" b="1">
                <a:effectLst>
                  <a:outerShdw blurRad="38100" dist="38100" dir="2700000" algn="tl">
                    <a:srgbClr val="C0C0C0"/>
                  </a:outerShdw>
                </a:effectLst>
                <a:latin typeface="Tahoma" panose="020B0604030504040204" pitchFamily="34" charset="0"/>
              </a:rPr>
              <a:t>Proverbs 20:5</a:t>
            </a:r>
          </a:p>
          <a:p>
            <a:r>
              <a:rPr lang="en-US" altLang="en-US" sz="2800" b="1">
                <a:effectLst>
                  <a:outerShdw blurRad="38100" dist="38100" dir="2700000" algn="tl">
                    <a:srgbClr val="C0C0C0"/>
                  </a:outerShdw>
                </a:effectLst>
                <a:latin typeface="Tahoma" panose="020B0604030504040204" pitchFamily="34" charset="0"/>
              </a:rPr>
              <a:t>Proverbs 26:21-26</a:t>
            </a:r>
          </a:p>
          <a:p>
            <a:r>
              <a:rPr lang="en-US" altLang="en-US" sz="2800" b="1">
                <a:effectLst>
                  <a:outerShdw blurRad="38100" dist="38100" dir="2700000" algn="tl">
                    <a:srgbClr val="C0C0C0"/>
                  </a:outerShdw>
                </a:effectLst>
                <a:latin typeface="Tahoma" panose="020B0604030504040204" pitchFamily="34" charset="0"/>
              </a:rPr>
              <a:t>Jeremiah 13:23</a:t>
            </a:r>
          </a:p>
        </p:txBody>
      </p:sp>
      <p:sp>
        <p:nvSpPr>
          <p:cNvPr id="45061" name="Text Box 5">
            <a:extLst>
              <a:ext uri="{FF2B5EF4-FFF2-40B4-BE49-F238E27FC236}">
                <a16:creationId xmlns:a16="http://schemas.microsoft.com/office/drawing/2014/main" id="{66A95666-F302-2549-4BF8-88FC72B2A1DC}"/>
              </a:ext>
            </a:extLst>
          </p:cNvPr>
          <p:cNvSpPr txBox="1">
            <a:spLocks noChangeArrowheads="1"/>
          </p:cNvSpPr>
          <p:nvPr/>
        </p:nvSpPr>
        <p:spPr bwMode="auto">
          <a:xfrm>
            <a:off x="2209800" y="1631950"/>
            <a:ext cx="3962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endParaRPr lang="en-US" altLang="en-US">
              <a:latin typeface="Tahoma" panose="020B0604030504040204" pitchFamily="34" charset="0"/>
            </a:endParaRPr>
          </a:p>
        </p:txBody>
      </p:sp>
      <p:sp>
        <p:nvSpPr>
          <p:cNvPr id="45062" name="Text Box 6">
            <a:extLst>
              <a:ext uri="{FF2B5EF4-FFF2-40B4-BE49-F238E27FC236}">
                <a16:creationId xmlns:a16="http://schemas.microsoft.com/office/drawing/2014/main" id="{F6DAB784-9B75-E56A-BB4D-7327BD4698DE}"/>
              </a:ext>
            </a:extLst>
          </p:cNvPr>
          <p:cNvSpPr txBox="1">
            <a:spLocks noChangeArrowheads="1"/>
          </p:cNvSpPr>
          <p:nvPr/>
        </p:nvSpPr>
        <p:spPr bwMode="auto">
          <a:xfrm>
            <a:off x="2286000" y="1676400"/>
            <a:ext cx="457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n-US" altLang="en-US" b="1">
                <a:latin typeface="Tahoma" panose="020B0604030504040204" pitchFamily="34" charset="0"/>
              </a:rPr>
              <a:t>Scripture Readings- Old Testament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2DB9A14C-5C6B-7C41-5633-4066AB28BAC4}"/>
              </a:ext>
            </a:extLst>
          </p:cNvPr>
          <p:cNvSpPr>
            <a:spLocks noGrp="1" noChangeArrowheads="1"/>
          </p:cNvSpPr>
          <p:nvPr>
            <p:ph type="title"/>
          </p:nvPr>
        </p:nvSpPr>
        <p:spPr/>
        <p:txBody>
          <a:bodyPr/>
          <a:lstStyle/>
          <a:p>
            <a:r>
              <a:rPr lang="en-US" altLang="en-US" sz="4000" b="1">
                <a:effectLst>
                  <a:outerShdw blurRad="38100" dist="38100" dir="2700000" algn="tl">
                    <a:srgbClr val="C0C0C0"/>
                  </a:outerShdw>
                </a:effectLst>
                <a:latin typeface="Tahoma" panose="020B0604030504040204" pitchFamily="34" charset="0"/>
              </a:rPr>
              <a:t>ACCOMPLISHING FORGIVENESS</a:t>
            </a:r>
          </a:p>
        </p:txBody>
      </p:sp>
      <p:sp>
        <p:nvSpPr>
          <p:cNvPr id="47107" name="Rectangle 3">
            <a:extLst>
              <a:ext uri="{FF2B5EF4-FFF2-40B4-BE49-F238E27FC236}">
                <a16:creationId xmlns:a16="http://schemas.microsoft.com/office/drawing/2014/main" id="{B8C3129C-93FE-41F9-B626-F1E6F09E323F}"/>
              </a:ext>
            </a:extLst>
          </p:cNvPr>
          <p:cNvSpPr>
            <a:spLocks noGrp="1" noChangeArrowheads="1"/>
          </p:cNvSpPr>
          <p:nvPr>
            <p:ph type="body" sz="half" idx="1"/>
          </p:nvPr>
        </p:nvSpPr>
        <p:spPr>
          <a:xfrm>
            <a:off x="457200" y="1851025"/>
            <a:ext cx="4038600" cy="4275138"/>
          </a:xfrm>
        </p:spPr>
        <p:txBody>
          <a:bodyPr/>
          <a:lstStyle/>
          <a:p>
            <a:pPr>
              <a:lnSpc>
                <a:spcPct val="90000"/>
              </a:lnSpc>
            </a:pPr>
            <a:r>
              <a:rPr lang="en-US" altLang="en-US" sz="2800" b="1">
                <a:effectLst>
                  <a:outerShdw blurRad="38100" dist="38100" dir="2700000" algn="tl">
                    <a:srgbClr val="C0C0C0"/>
                  </a:outerShdw>
                </a:effectLst>
                <a:latin typeface="Tahoma" panose="020B0604030504040204" pitchFamily="34" charset="0"/>
              </a:rPr>
              <a:t>Matthew 6:14-15</a:t>
            </a:r>
          </a:p>
          <a:p>
            <a:pPr>
              <a:lnSpc>
                <a:spcPct val="90000"/>
              </a:lnSpc>
            </a:pPr>
            <a:r>
              <a:rPr lang="en-US" altLang="en-US" sz="2800" b="1">
                <a:effectLst>
                  <a:outerShdw blurRad="38100" dist="38100" dir="2700000" algn="tl">
                    <a:srgbClr val="C0C0C0"/>
                  </a:outerShdw>
                </a:effectLst>
                <a:latin typeface="Tahoma" panose="020B0604030504040204" pitchFamily="34" charset="0"/>
              </a:rPr>
              <a:t>Matthew 18:21-35</a:t>
            </a:r>
          </a:p>
          <a:p>
            <a:pPr>
              <a:lnSpc>
                <a:spcPct val="90000"/>
              </a:lnSpc>
            </a:pPr>
            <a:r>
              <a:rPr lang="en-US" altLang="en-US" sz="2800" b="1">
                <a:effectLst>
                  <a:outerShdw blurRad="38100" dist="38100" dir="2700000" algn="tl">
                    <a:srgbClr val="C0C0C0"/>
                  </a:outerShdw>
                </a:effectLst>
                <a:latin typeface="Tahoma" panose="020B0604030504040204" pitchFamily="34" charset="0"/>
              </a:rPr>
              <a:t>Mark 11:25-26</a:t>
            </a:r>
          </a:p>
          <a:p>
            <a:pPr>
              <a:lnSpc>
                <a:spcPct val="90000"/>
              </a:lnSpc>
            </a:pPr>
            <a:r>
              <a:rPr lang="en-US" altLang="en-US" sz="2800" b="1">
                <a:effectLst>
                  <a:outerShdw blurRad="38100" dist="38100" dir="2700000" algn="tl">
                    <a:srgbClr val="C0C0C0"/>
                  </a:outerShdw>
                </a:effectLst>
                <a:latin typeface="Tahoma" panose="020B0604030504040204" pitchFamily="34" charset="0"/>
              </a:rPr>
              <a:t>Luke 19:2-9</a:t>
            </a:r>
          </a:p>
          <a:p>
            <a:pPr>
              <a:lnSpc>
                <a:spcPct val="90000"/>
              </a:lnSpc>
            </a:pPr>
            <a:r>
              <a:rPr lang="en-US" altLang="en-US" sz="2800" b="1">
                <a:effectLst>
                  <a:outerShdw blurRad="38100" dist="38100" dir="2700000" algn="tl">
                    <a:srgbClr val="C0C0C0"/>
                  </a:outerShdw>
                </a:effectLst>
                <a:latin typeface="Tahoma" panose="020B0604030504040204" pitchFamily="34" charset="0"/>
              </a:rPr>
              <a:t>John 20:22-23</a:t>
            </a:r>
          </a:p>
          <a:p>
            <a:pPr>
              <a:lnSpc>
                <a:spcPct val="90000"/>
              </a:lnSpc>
            </a:pPr>
            <a:r>
              <a:rPr lang="en-US" altLang="en-US" sz="2800" b="1">
                <a:effectLst>
                  <a:outerShdw blurRad="38100" dist="38100" dir="2700000" algn="tl">
                    <a:srgbClr val="C0C0C0"/>
                  </a:outerShdw>
                </a:effectLst>
                <a:latin typeface="Tahoma" panose="020B0604030504040204" pitchFamily="34" charset="0"/>
              </a:rPr>
              <a:t>Romans 12:14-21</a:t>
            </a:r>
          </a:p>
          <a:p>
            <a:pPr>
              <a:lnSpc>
                <a:spcPct val="90000"/>
              </a:lnSpc>
            </a:pPr>
            <a:r>
              <a:rPr lang="en-US" altLang="en-US" sz="2800" b="1">
                <a:effectLst>
                  <a:outerShdw blurRad="38100" dist="38100" dir="2700000" algn="tl">
                    <a:srgbClr val="C0C0C0"/>
                  </a:outerShdw>
                </a:effectLst>
                <a:latin typeface="Tahoma" panose="020B0604030504040204" pitchFamily="34" charset="0"/>
              </a:rPr>
              <a:t>2Cor 5:18-21</a:t>
            </a:r>
          </a:p>
          <a:p>
            <a:pPr>
              <a:lnSpc>
                <a:spcPct val="90000"/>
              </a:lnSpc>
            </a:pPr>
            <a:r>
              <a:rPr lang="en-US" altLang="en-US" sz="2800" b="1">
                <a:effectLst>
                  <a:outerShdw blurRad="38100" dist="38100" dir="2700000" algn="tl">
                    <a:srgbClr val="C0C0C0"/>
                  </a:outerShdw>
                </a:effectLst>
                <a:latin typeface="Tahoma" panose="020B0604030504040204" pitchFamily="34" charset="0"/>
              </a:rPr>
              <a:t>Ephesians 4:32</a:t>
            </a:r>
          </a:p>
        </p:txBody>
      </p:sp>
      <p:sp>
        <p:nvSpPr>
          <p:cNvPr id="47108" name="Rectangle 4">
            <a:extLst>
              <a:ext uri="{FF2B5EF4-FFF2-40B4-BE49-F238E27FC236}">
                <a16:creationId xmlns:a16="http://schemas.microsoft.com/office/drawing/2014/main" id="{415C7B06-78C5-03CA-487E-64A14C56F172}"/>
              </a:ext>
            </a:extLst>
          </p:cNvPr>
          <p:cNvSpPr>
            <a:spLocks noGrp="1" noChangeArrowheads="1"/>
          </p:cNvSpPr>
          <p:nvPr>
            <p:ph type="body" sz="half" idx="2"/>
          </p:nvPr>
        </p:nvSpPr>
        <p:spPr>
          <a:xfrm>
            <a:off x="4648200" y="1851025"/>
            <a:ext cx="4038600" cy="4275138"/>
          </a:xfrm>
        </p:spPr>
        <p:txBody>
          <a:bodyPr/>
          <a:lstStyle/>
          <a:p>
            <a:r>
              <a:rPr lang="en-US" altLang="en-US" sz="2800" b="1">
                <a:effectLst>
                  <a:outerShdw blurRad="38100" dist="38100" dir="2700000" algn="tl">
                    <a:srgbClr val="C0C0C0"/>
                  </a:outerShdw>
                </a:effectLst>
                <a:latin typeface="Tahoma" panose="020B0604030504040204" pitchFamily="34" charset="0"/>
              </a:rPr>
              <a:t>Colossians 3:13</a:t>
            </a:r>
          </a:p>
          <a:p>
            <a:r>
              <a:rPr lang="en-US" altLang="en-US" sz="2800" b="1">
                <a:effectLst>
                  <a:outerShdw blurRad="38100" dist="38100" dir="2700000" algn="tl">
                    <a:srgbClr val="C0C0C0"/>
                  </a:outerShdw>
                </a:effectLst>
                <a:latin typeface="Tahoma" panose="020B0604030504040204" pitchFamily="34" charset="0"/>
              </a:rPr>
              <a:t>Hebrews 2:14-15</a:t>
            </a:r>
          </a:p>
          <a:p>
            <a:r>
              <a:rPr lang="en-US" altLang="en-US" sz="2800" b="1">
                <a:effectLst>
                  <a:outerShdw blurRad="38100" dist="38100" dir="2700000" algn="tl">
                    <a:srgbClr val="C0C0C0"/>
                  </a:outerShdw>
                </a:effectLst>
                <a:latin typeface="Tahoma" panose="020B0604030504040204" pitchFamily="34" charset="0"/>
              </a:rPr>
              <a:t>Hebrews 3:12-15</a:t>
            </a:r>
          </a:p>
          <a:p>
            <a:r>
              <a:rPr lang="en-US" altLang="en-US" sz="2800" b="1">
                <a:effectLst>
                  <a:outerShdw blurRad="38100" dist="38100" dir="2700000" algn="tl">
                    <a:srgbClr val="C0C0C0"/>
                  </a:outerShdw>
                </a:effectLst>
                <a:latin typeface="Tahoma" panose="020B0604030504040204" pitchFamily="34" charset="0"/>
              </a:rPr>
              <a:t>Hebrews 9:22</a:t>
            </a:r>
          </a:p>
          <a:p>
            <a:r>
              <a:rPr lang="en-US" altLang="en-US" sz="2800" b="1">
                <a:effectLst>
                  <a:outerShdw blurRad="38100" dist="38100" dir="2700000" algn="tl">
                    <a:srgbClr val="C0C0C0"/>
                  </a:outerShdw>
                </a:effectLst>
                <a:latin typeface="Tahoma" panose="020B0604030504040204" pitchFamily="34" charset="0"/>
              </a:rPr>
              <a:t>Hebrews 12:15</a:t>
            </a:r>
          </a:p>
          <a:p>
            <a:r>
              <a:rPr lang="en-US" altLang="en-US" sz="2800" b="1">
                <a:effectLst>
                  <a:outerShdw blurRad="38100" dist="38100" dir="2700000" algn="tl">
                    <a:srgbClr val="C0C0C0"/>
                  </a:outerShdw>
                </a:effectLst>
                <a:latin typeface="Tahoma" panose="020B0604030504040204" pitchFamily="34" charset="0"/>
              </a:rPr>
              <a:t>1Peter 3:8-10</a:t>
            </a:r>
          </a:p>
          <a:p>
            <a:r>
              <a:rPr lang="en-US" altLang="en-US" sz="2800" b="1">
                <a:effectLst>
                  <a:outerShdw blurRad="38100" dist="38100" dir="2700000" algn="tl">
                    <a:srgbClr val="C0C0C0"/>
                  </a:outerShdw>
                </a:effectLst>
                <a:latin typeface="Tahoma" panose="020B0604030504040204" pitchFamily="34" charset="0"/>
              </a:rPr>
              <a:t>1John 1:9</a:t>
            </a:r>
          </a:p>
        </p:txBody>
      </p:sp>
      <p:sp>
        <p:nvSpPr>
          <p:cNvPr id="47109" name="Text Box 5">
            <a:extLst>
              <a:ext uri="{FF2B5EF4-FFF2-40B4-BE49-F238E27FC236}">
                <a16:creationId xmlns:a16="http://schemas.microsoft.com/office/drawing/2014/main" id="{2A49023D-F7A0-ED22-3B4F-2AC256FDCC49}"/>
              </a:ext>
            </a:extLst>
          </p:cNvPr>
          <p:cNvSpPr txBox="1">
            <a:spLocks noChangeArrowheads="1"/>
          </p:cNvSpPr>
          <p:nvPr/>
        </p:nvSpPr>
        <p:spPr bwMode="auto">
          <a:xfrm>
            <a:off x="3032125" y="1631950"/>
            <a:ext cx="26066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endParaRPr lang="en-US" altLang="en-US">
              <a:latin typeface="Tahoma" panose="020B0604030504040204" pitchFamily="34" charset="0"/>
            </a:endParaRPr>
          </a:p>
        </p:txBody>
      </p:sp>
      <p:sp>
        <p:nvSpPr>
          <p:cNvPr id="47110" name="Text Box 6">
            <a:extLst>
              <a:ext uri="{FF2B5EF4-FFF2-40B4-BE49-F238E27FC236}">
                <a16:creationId xmlns:a16="http://schemas.microsoft.com/office/drawing/2014/main" id="{1B1F52DD-CCD9-5AAF-7227-0ED3E36F4AA4}"/>
              </a:ext>
            </a:extLst>
          </p:cNvPr>
          <p:cNvSpPr txBox="1">
            <a:spLocks noChangeArrowheads="1"/>
          </p:cNvSpPr>
          <p:nvPr/>
        </p:nvSpPr>
        <p:spPr bwMode="auto">
          <a:xfrm>
            <a:off x="2438400" y="1524000"/>
            <a:ext cx="4495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n-US" altLang="en-US" b="1">
                <a:latin typeface="Tahoma" panose="020B0604030504040204" pitchFamily="34" charset="0"/>
              </a:rPr>
              <a:t>Scripture Readings- New Testament</a:t>
            </a:r>
          </a:p>
          <a:p>
            <a:pPr algn="ctr" eaLnBrk="0" hangingPunct="0"/>
            <a:endParaRPr lang="en-US" altLang="en-US" b="1">
              <a:latin typeface="Tahoma" panose="020B0604030504040204" pitchFamily="34" charset="0"/>
            </a:endParaRP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2013 - 2022">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6448</TotalTime>
  <Words>1699</Words>
  <Application>Microsoft Office PowerPoint</Application>
  <PresentationFormat>On-screen Show (4:3)</PresentationFormat>
  <Paragraphs>196</Paragraphs>
  <Slides>32</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Tahoma</vt:lpstr>
      <vt:lpstr>Default Design</vt:lpstr>
      <vt:lpstr>ACCOMPLISHING FORGIVENESS</vt:lpstr>
      <vt:lpstr>ACCOMPLISHING FORGIVENESS</vt:lpstr>
      <vt:lpstr>ACCOMPLISHING FORGIVENESS</vt:lpstr>
      <vt:lpstr>ACCOMPLISHING FORGIVENESS</vt:lpstr>
      <vt:lpstr>ACCOMPLISHING FORGIVENESS</vt:lpstr>
      <vt:lpstr>ACCOMPLISHING FORGIVENESS</vt:lpstr>
      <vt:lpstr>ACCOMPLISHING FORGIVENESS</vt:lpstr>
      <vt:lpstr>ACCOMPLISHING FORGIVENESS</vt:lpstr>
      <vt:lpstr>ACCOMPLISHING FORGIVENESS</vt:lpstr>
      <vt:lpstr>ACCOMPLISHING FORGIVENESS</vt:lpstr>
      <vt:lpstr>ACCOMPLISHING FORGIVENESS</vt:lpstr>
      <vt:lpstr>ACCOMPLISHING FORGIVENESS</vt:lpstr>
      <vt:lpstr>ACCOMPLISHING FORGIVENESS</vt:lpstr>
      <vt:lpstr>ACCOMPLISHING FORGIVENESS</vt:lpstr>
      <vt:lpstr>ACCOMPLISHING FORGIVENESS</vt:lpstr>
      <vt:lpstr>ACCOMPLISHING FORGIVENESS</vt:lpstr>
      <vt:lpstr>ACCOMPLISHING FORGIVENESS</vt:lpstr>
      <vt:lpstr>ACCOMPLISHING FORGIVENESS</vt:lpstr>
      <vt:lpstr>ACCOMPLISHING FORGIVENESS</vt:lpstr>
      <vt:lpstr>ACCOMPLISHING FORGIVENESS</vt:lpstr>
      <vt:lpstr>ACCOMPLISHING FORGIVENESS</vt:lpstr>
      <vt:lpstr>ACCOMPLISHING FORGIVENESS</vt:lpstr>
      <vt:lpstr>ACCOMPLISHING FORGIVENESS</vt:lpstr>
      <vt:lpstr>ACCOMPLISHING FORGIVENESS</vt:lpstr>
      <vt:lpstr>ACCOMPLISHING FORGIVENESS</vt:lpstr>
      <vt:lpstr>ACCOMPLISHING FORGIVENESSf</vt:lpstr>
      <vt:lpstr>ACCOMPLISHING FORGIVENESS</vt:lpstr>
      <vt:lpstr>ACCOMPLISHING FORGIVENESS</vt:lpstr>
      <vt:lpstr>ACCOMPLISHING FORGIVENESS</vt:lpstr>
      <vt:lpstr>ACCOMPLISHING FORGIVENESS</vt:lpstr>
      <vt:lpstr>ACCOMPLISHING FORGIVENESS</vt:lpstr>
      <vt:lpstr>ACCOMPLISHING FORGIVENESS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ACCOMPLISHING FORGIVENESS</dc:title>
  <dc:creator>Leticia Trillana</dc:creator>
  <cp:lastModifiedBy>Jojo Jalandoni</cp:lastModifiedBy>
  <cp:revision>30</cp:revision>
  <dcterms:created xsi:type="dcterms:W3CDTF">2005-05-01T20:55:46Z</dcterms:created>
  <dcterms:modified xsi:type="dcterms:W3CDTF">2026-03-03T03:06:41Z</dcterms:modified>
</cp:coreProperties>
</file>